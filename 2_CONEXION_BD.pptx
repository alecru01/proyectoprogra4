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1" autoAdjust="0"/>
    <p:restoredTop sz="94660"/>
  </p:normalViewPr>
  <p:slideViewPr>
    <p:cSldViewPr>
      <p:cViewPr varScale="1">
        <p:scale>
          <a:sx n="107" d="100"/>
          <a:sy n="107" d="100"/>
        </p:scale>
        <p:origin x="205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D99DBE-9685-499E-8C04-D2249A0A2DF3}" type="datetimeFigureOut">
              <a:rPr lang="es-MX" smtClean="0"/>
              <a:t>06/11/2025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669D6-9561-4D8F-9A2B-C708D5728DD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9328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669D6-9561-4D8F-9A2B-C708D5728DD7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50718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DEE0-C389-4C36-A124-52B837233ED2}" type="datetimeFigureOut">
              <a:rPr lang="es-MX" smtClean="0"/>
              <a:t>06/11/2025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E8031-A1D8-40C3-9808-8954E4E76C72}" type="slidenum">
              <a:rPr lang="es-MX" smtClean="0"/>
              <a:t>‹Nº›</a:t>
            </a:fld>
            <a:endParaRPr lang="es-MX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DEE0-C389-4C36-A124-52B837233ED2}" type="datetimeFigureOut">
              <a:rPr lang="es-MX" smtClean="0"/>
              <a:t>06/11/2025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E8031-A1D8-40C3-9808-8954E4E76C72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DEE0-C389-4C36-A124-52B837233ED2}" type="datetimeFigureOut">
              <a:rPr lang="es-MX" smtClean="0"/>
              <a:t>06/11/2025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E8031-A1D8-40C3-9808-8954E4E76C72}" type="slidenum">
              <a:rPr lang="es-MX" smtClean="0"/>
              <a:t>‹Nº›</a:t>
            </a:fld>
            <a:endParaRPr lang="es-MX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DEE0-C389-4C36-A124-52B837233ED2}" type="datetimeFigureOut">
              <a:rPr lang="es-MX" smtClean="0"/>
              <a:t>06/11/2025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E8031-A1D8-40C3-9808-8954E4E76C72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DEE0-C389-4C36-A124-52B837233ED2}" type="datetimeFigureOut">
              <a:rPr lang="es-MX" smtClean="0"/>
              <a:t>06/11/2025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E8031-A1D8-40C3-9808-8954E4E76C72}" type="slidenum">
              <a:rPr lang="es-MX" smtClean="0"/>
              <a:t>‹Nº›</a:t>
            </a:fld>
            <a:endParaRPr lang="es-MX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DEE0-C389-4C36-A124-52B837233ED2}" type="datetimeFigureOut">
              <a:rPr lang="es-MX" smtClean="0"/>
              <a:t>06/11/2025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E8031-A1D8-40C3-9808-8954E4E76C72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DEE0-C389-4C36-A124-52B837233ED2}" type="datetimeFigureOut">
              <a:rPr lang="es-MX" smtClean="0"/>
              <a:t>06/11/2025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E8031-A1D8-40C3-9808-8954E4E76C72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DEE0-C389-4C36-A124-52B837233ED2}" type="datetimeFigureOut">
              <a:rPr lang="es-MX" smtClean="0"/>
              <a:t>06/11/2025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E8031-A1D8-40C3-9808-8954E4E76C72}" type="slidenum">
              <a:rPr lang="es-MX" smtClean="0"/>
              <a:t>‹Nº›</a:t>
            </a:fld>
            <a:endParaRPr lang="es-MX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DEE0-C389-4C36-A124-52B837233ED2}" type="datetimeFigureOut">
              <a:rPr lang="es-MX" smtClean="0"/>
              <a:t>06/11/2025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E8031-A1D8-40C3-9808-8954E4E76C72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DEE0-C389-4C36-A124-52B837233ED2}" type="datetimeFigureOut">
              <a:rPr lang="es-MX" smtClean="0"/>
              <a:t>06/11/2025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E8031-A1D8-40C3-9808-8954E4E76C72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DEE0-C389-4C36-A124-52B837233ED2}" type="datetimeFigureOut">
              <a:rPr lang="es-MX" smtClean="0"/>
              <a:t>06/11/2025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E8031-A1D8-40C3-9808-8954E4E76C72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38CEDEE0-C389-4C36-A124-52B837233ED2}" type="datetimeFigureOut">
              <a:rPr lang="es-MX" smtClean="0"/>
              <a:t>06/11/2025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17AE8031-A1D8-40C3-9808-8954E4E76C72}" type="slidenum">
              <a:rPr lang="es-MX" smtClean="0"/>
              <a:t>‹Nº›</a:t>
            </a:fld>
            <a:endParaRPr lang="es-MX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12360" y="6319594"/>
            <a:ext cx="1224136" cy="516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10 Conector recto"/>
          <p:cNvCxnSpPr/>
          <p:nvPr userDrawn="1"/>
        </p:nvCxnSpPr>
        <p:spPr>
          <a:xfrm>
            <a:off x="97230" y="6643138"/>
            <a:ext cx="7848872" cy="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apachefriends.org/es/download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D1BE51-5685-497E-BE9A-CD2D3C7D59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Conexión </a:t>
            </a:r>
            <a:r>
              <a:rPr lang="es-MX" dirty="0" err="1"/>
              <a:t>bd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16926A-16B0-4C63-87E7-FC4AB9F01D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PROGRAMACION 3</a:t>
            </a:r>
          </a:p>
          <a:p>
            <a:r>
              <a:rPr lang="es-MX" dirty="0"/>
              <a:t>DRA. ROXANA G. HERRERA</a:t>
            </a:r>
          </a:p>
        </p:txBody>
      </p:sp>
    </p:spTree>
    <p:extLst>
      <p:ext uri="{BB962C8B-B14F-4D97-AF65-F5344CB8AC3E}">
        <p14:creationId xmlns:p14="http://schemas.microsoft.com/office/powerpoint/2010/main" val="2435375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7E0280-92E8-4AFE-843B-EF9DF5B25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Instalar XAMPP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5B4B4D-A24F-4D6C-97F7-F30554D3B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Instalar XAMPP</a:t>
            </a:r>
          </a:p>
          <a:p>
            <a:pPr lvl="1"/>
            <a:r>
              <a:rPr lang="es-MX" dirty="0">
                <a:hlinkClick r:id="rId2"/>
              </a:rPr>
              <a:t>https://www.apachefriends.org/es/download.html</a:t>
            </a:r>
            <a:endParaRPr lang="es-MX" dirty="0"/>
          </a:p>
          <a:p>
            <a:pPr lvl="1"/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A3E6A38-73DC-401B-A4CD-C74AA7E6B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2541319"/>
            <a:ext cx="4172322" cy="3783281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7ABBF24F-CAF7-483E-85E3-36D4AE69A28F}"/>
              </a:ext>
            </a:extLst>
          </p:cNvPr>
          <p:cNvCxnSpPr/>
          <p:nvPr/>
        </p:nvCxnSpPr>
        <p:spPr>
          <a:xfrm flipH="1">
            <a:off x="5220072" y="4365104"/>
            <a:ext cx="1080120" cy="4320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959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4ABDDB-6D28-468F-8462-490C8BD40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Instalar XAMPP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206B55-6DAF-46F3-AFFF-52C5AE5FA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/>
              <a:t>Tambien</a:t>
            </a:r>
            <a:r>
              <a:rPr lang="es-MX" dirty="0"/>
              <a:t> puede usar la versión </a:t>
            </a:r>
            <a:r>
              <a:rPr lang="es-MX" dirty="0" err="1"/>
              <a:t>xampplite</a:t>
            </a:r>
            <a:r>
              <a:rPr lang="es-MX" dirty="0"/>
              <a:t> o portable</a:t>
            </a:r>
          </a:p>
          <a:p>
            <a:r>
              <a:rPr lang="es-MX" dirty="0"/>
              <a:t>Solo verifique que debe de estar la carpeta en su unidad, </a:t>
            </a:r>
            <a:r>
              <a:rPr lang="es-MX" dirty="0" err="1"/>
              <a:t>p.e</a:t>
            </a:r>
            <a:r>
              <a:rPr lang="es-MX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717BC49-9FA3-4ECB-9911-2CA44EDF1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2780928"/>
            <a:ext cx="26670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979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75B72-0F36-4BDB-92D5-5208C2C70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Acceder al Control Panel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E3E2C40-4EE5-4FBE-BBFC-BEDA6AC9A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684002"/>
            <a:ext cx="2575086" cy="4831432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745CFD31-2AC6-4CED-9518-4BE7E61CDD80}"/>
              </a:ext>
            </a:extLst>
          </p:cNvPr>
          <p:cNvCxnSpPr/>
          <p:nvPr/>
        </p:nvCxnSpPr>
        <p:spPr>
          <a:xfrm flipH="1">
            <a:off x="2187135" y="6093296"/>
            <a:ext cx="1152128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n 6">
            <a:extLst>
              <a:ext uri="{FF2B5EF4-FFF2-40B4-BE49-F238E27FC236}">
                <a16:creationId xmlns:a16="http://schemas.microsoft.com/office/drawing/2014/main" id="{32335B0E-9047-475F-9AD7-5A9124CDE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6225" y="1684002"/>
            <a:ext cx="4600575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165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0DE877-C77F-4532-8775-61EBD833F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Arrancar servicios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7FE645-4777-493E-8F49-8D03D2FFC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Arrancar el servidor Apache, que es el que nos va a permitir la conexión a un servidor local: localhost</a:t>
            </a:r>
          </a:p>
          <a:p>
            <a:r>
              <a:rPr lang="es-MX" dirty="0"/>
              <a:t>Después arrancar MySQL, para la gestión de bases de datos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0EDB2D9-EA9F-4E34-AA3C-41CC12196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3150521"/>
            <a:ext cx="3927896" cy="3302068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AE77AB4-775D-490B-86C5-8834DA93DF42}"/>
              </a:ext>
            </a:extLst>
          </p:cNvPr>
          <p:cNvCxnSpPr>
            <a:cxnSpLocks/>
          </p:cNvCxnSpPr>
          <p:nvPr/>
        </p:nvCxnSpPr>
        <p:spPr>
          <a:xfrm flipH="1">
            <a:off x="5364088" y="4038600"/>
            <a:ext cx="1728192" cy="3985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994EDF90-E627-4886-B603-54EAE21DC7ED}"/>
              </a:ext>
            </a:extLst>
          </p:cNvPr>
          <p:cNvSpPr txBox="1"/>
          <p:nvPr/>
        </p:nvSpPr>
        <p:spPr>
          <a:xfrm>
            <a:off x="7164288" y="3645024"/>
            <a:ext cx="1522512" cy="923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Acceder al </a:t>
            </a:r>
            <a:r>
              <a:rPr lang="es-MX" dirty="0" err="1"/>
              <a:t>Admin</a:t>
            </a:r>
            <a:r>
              <a:rPr lang="es-MX" dirty="0"/>
              <a:t> de MySQL</a:t>
            </a:r>
          </a:p>
        </p:txBody>
      </p:sp>
    </p:spTree>
    <p:extLst>
      <p:ext uri="{BB962C8B-B14F-4D97-AF65-F5344CB8AC3E}">
        <p14:creationId xmlns:p14="http://schemas.microsoft.com/office/powerpoint/2010/main" val="1005999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43770-EDC5-41E6-BB04-5AEB53F33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Crear la BD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067A71E-5044-4741-9313-567062A22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700808"/>
            <a:ext cx="7258050" cy="4057650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935271BB-75D3-49AE-B4B8-AFC67B2621D0}"/>
              </a:ext>
            </a:extLst>
          </p:cNvPr>
          <p:cNvCxnSpPr/>
          <p:nvPr/>
        </p:nvCxnSpPr>
        <p:spPr>
          <a:xfrm flipH="1" flipV="1">
            <a:off x="6588224" y="5285473"/>
            <a:ext cx="864096" cy="64807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0876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E84E9-233E-4712-84A8-A41103554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Crear Tabla </a:t>
            </a:r>
            <a:r>
              <a:rPr lang="es-MX" dirty="0" err="1"/>
              <a:t>Users</a:t>
            </a:r>
            <a:r>
              <a:rPr lang="es-MX" dirty="0"/>
              <a:t> en la BD </a:t>
            </a:r>
            <a:r>
              <a:rPr lang="es-MX" dirty="0" err="1"/>
              <a:t>Login</a:t>
            </a:r>
            <a:endParaRPr lang="es-MX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13A7FFF-7160-4748-9625-672657A79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492682"/>
            <a:ext cx="4600575" cy="2790825"/>
          </a:xfrm>
          <a:prstGeom prst="rect">
            <a:avLst/>
          </a:prstGeom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D86F7FB0-500D-4647-98F5-B60F2A4DFA7B}"/>
              </a:ext>
            </a:extLst>
          </p:cNvPr>
          <p:cNvCxnSpPr/>
          <p:nvPr/>
        </p:nvCxnSpPr>
        <p:spPr>
          <a:xfrm flipH="1" flipV="1">
            <a:off x="4067944" y="1979226"/>
            <a:ext cx="1800200" cy="100811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466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722D8-3008-4EA1-A860-768B614CD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En la pestaña SQL agregar el código y dar continuar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464AD2-AD63-48D9-AE7C-2289C752D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826768" cy="48768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s-MX" sz="1400" dirty="0"/>
          </a:p>
          <a:p>
            <a:pPr marL="0" indent="0">
              <a:buNone/>
            </a:pPr>
            <a:r>
              <a:rPr lang="es-MX" sz="1400" dirty="0"/>
              <a:t>CREATE TABLE `</a:t>
            </a:r>
            <a:r>
              <a:rPr lang="es-MX" sz="1400" dirty="0" err="1"/>
              <a:t>users</a:t>
            </a:r>
            <a:r>
              <a:rPr lang="es-MX" sz="1400" dirty="0"/>
              <a:t>` (</a:t>
            </a:r>
          </a:p>
          <a:p>
            <a:pPr marL="0" indent="0">
              <a:buNone/>
            </a:pPr>
            <a:r>
              <a:rPr lang="es-MX" sz="1400" dirty="0"/>
              <a:t>  `id` </a:t>
            </a:r>
            <a:r>
              <a:rPr lang="es-MX" sz="1400" dirty="0" err="1"/>
              <a:t>int</a:t>
            </a:r>
            <a:r>
              <a:rPr lang="es-MX" sz="1400" dirty="0"/>
              <a:t>(11) NOT NULL,</a:t>
            </a:r>
          </a:p>
          <a:p>
            <a:pPr marL="0" indent="0">
              <a:buNone/>
            </a:pPr>
            <a:r>
              <a:rPr lang="es-MX" sz="1400" dirty="0"/>
              <a:t>  `</a:t>
            </a:r>
            <a:r>
              <a:rPr lang="es-MX" sz="1400" dirty="0" err="1"/>
              <a:t>user</a:t>
            </a:r>
            <a:r>
              <a:rPr lang="es-MX" sz="1400" dirty="0"/>
              <a:t>` </a:t>
            </a:r>
            <a:r>
              <a:rPr lang="es-MX" sz="1400" dirty="0" err="1"/>
              <a:t>varchar</a:t>
            </a:r>
            <a:r>
              <a:rPr lang="es-MX" sz="1400" dirty="0"/>
              <a:t>(20) NOT NULL,</a:t>
            </a:r>
          </a:p>
          <a:p>
            <a:pPr marL="0" indent="0">
              <a:buNone/>
            </a:pPr>
            <a:r>
              <a:rPr lang="es-MX" sz="1400" dirty="0"/>
              <a:t>  `</a:t>
            </a:r>
            <a:r>
              <a:rPr lang="es-MX" sz="1400" dirty="0" err="1"/>
              <a:t>pass</a:t>
            </a:r>
            <a:r>
              <a:rPr lang="es-MX" sz="1400" dirty="0"/>
              <a:t>` </a:t>
            </a:r>
            <a:r>
              <a:rPr lang="es-MX" sz="1400" dirty="0" err="1"/>
              <a:t>varchar</a:t>
            </a:r>
            <a:r>
              <a:rPr lang="es-MX" sz="1400" dirty="0"/>
              <a:t>(20) NOT NULL</a:t>
            </a:r>
          </a:p>
          <a:p>
            <a:pPr marL="0" indent="0">
              <a:buNone/>
            </a:pPr>
            <a:r>
              <a:rPr lang="es-MX" sz="1400" dirty="0"/>
              <a:t>) ;</a:t>
            </a:r>
          </a:p>
          <a:p>
            <a:pPr marL="0" indent="0">
              <a:buNone/>
            </a:pPr>
            <a:endParaRPr lang="es-MX" sz="1400" dirty="0"/>
          </a:p>
          <a:p>
            <a:pPr marL="0" indent="0">
              <a:buNone/>
            </a:pPr>
            <a:r>
              <a:rPr lang="es-MX" sz="1400" dirty="0"/>
              <a:t>--</a:t>
            </a:r>
          </a:p>
          <a:p>
            <a:pPr marL="0" indent="0">
              <a:buNone/>
            </a:pPr>
            <a:r>
              <a:rPr lang="es-MX" sz="1400" dirty="0"/>
              <a:t>-- Volcado de datos para la tabla `</a:t>
            </a:r>
            <a:r>
              <a:rPr lang="es-MX" sz="1400" dirty="0" err="1"/>
              <a:t>users</a:t>
            </a:r>
            <a:r>
              <a:rPr lang="es-MX" sz="1400" dirty="0"/>
              <a:t>`</a:t>
            </a:r>
          </a:p>
          <a:p>
            <a:pPr marL="0" indent="0">
              <a:buNone/>
            </a:pPr>
            <a:r>
              <a:rPr lang="es-MX" sz="1400" dirty="0"/>
              <a:t>--</a:t>
            </a:r>
          </a:p>
          <a:p>
            <a:pPr marL="0" indent="0">
              <a:buNone/>
            </a:pPr>
            <a:endParaRPr lang="es-MX" sz="1400" dirty="0"/>
          </a:p>
          <a:p>
            <a:pPr marL="0" indent="0">
              <a:buNone/>
            </a:pPr>
            <a:r>
              <a:rPr lang="es-MX" sz="1400" dirty="0"/>
              <a:t>INSERT INTO `</a:t>
            </a:r>
            <a:r>
              <a:rPr lang="es-MX" sz="1400" dirty="0" err="1"/>
              <a:t>users</a:t>
            </a:r>
            <a:r>
              <a:rPr lang="es-MX" sz="1400" dirty="0"/>
              <a:t>` (`id`, `</a:t>
            </a:r>
            <a:r>
              <a:rPr lang="es-MX" sz="1400" dirty="0" err="1"/>
              <a:t>user</a:t>
            </a:r>
            <a:r>
              <a:rPr lang="es-MX" sz="1400" dirty="0"/>
              <a:t>`, `</a:t>
            </a:r>
            <a:r>
              <a:rPr lang="es-MX" sz="1400" dirty="0" err="1"/>
              <a:t>pass</a:t>
            </a:r>
            <a:r>
              <a:rPr lang="es-MX" sz="1400" dirty="0"/>
              <a:t>`) VALUES</a:t>
            </a:r>
          </a:p>
          <a:p>
            <a:pPr marL="0" indent="0">
              <a:buNone/>
            </a:pPr>
            <a:r>
              <a:rPr lang="es-MX" sz="1400" dirty="0"/>
              <a:t>(1, '</a:t>
            </a:r>
            <a:r>
              <a:rPr lang="es-MX" sz="1400" dirty="0" err="1"/>
              <a:t>donatello</a:t>
            </a:r>
            <a:r>
              <a:rPr lang="es-MX" sz="1400" dirty="0"/>
              <a:t>', '1111'),</a:t>
            </a:r>
          </a:p>
          <a:p>
            <a:pPr marL="0" indent="0">
              <a:buNone/>
            </a:pPr>
            <a:r>
              <a:rPr lang="es-MX" sz="1400" dirty="0"/>
              <a:t>(2, '</a:t>
            </a:r>
            <a:r>
              <a:rPr lang="es-MX" sz="1400" dirty="0" err="1"/>
              <a:t>rafael</a:t>
            </a:r>
            <a:r>
              <a:rPr lang="es-MX" sz="1400" dirty="0"/>
              <a:t>', '1111'),</a:t>
            </a:r>
          </a:p>
          <a:p>
            <a:pPr marL="0" indent="0">
              <a:buNone/>
            </a:pPr>
            <a:r>
              <a:rPr lang="es-MX" sz="1400" dirty="0"/>
              <a:t>(3, 'migue </a:t>
            </a:r>
            <a:r>
              <a:rPr lang="es-MX" sz="1400" dirty="0" err="1"/>
              <a:t>angel</a:t>
            </a:r>
            <a:r>
              <a:rPr lang="es-MX" sz="1400" dirty="0"/>
              <a:t>', '1111'),</a:t>
            </a:r>
          </a:p>
          <a:p>
            <a:pPr marL="0" indent="0">
              <a:buNone/>
            </a:pPr>
            <a:r>
              <a:rPr lang="es-MX" sz="1400" dirty="0"/>
              <a:t>(4, '</a:t>
            </a:r>
            <a:r>
              <a:rPr lang="es-MX" sz="1400" dirty="0" err="1"/>
              <a:t>leonardo</a:t>
            </a:r>
            <a:r>
              <a:rPr lang="es-MX" sz="1400" dirty="0"/>
              <a:t>', '1111');</a:t>
            </a:r>
          </a:p>
          <a:p>
            <a:pPr marL="0" indent="0">
              <a:buNone/>
            </a:pPr>
            <a:endParaRPr lang="es-MX" sz="1400" dirty="0"/>
          </a:p>
          <a:p>
            <a:pPr marL="0" indent="0">
              <a:buNone/>
            </a:pPr>
            <a:r>
              <a:rPr lang="es-MX" sz="1400" dirty="0"/>
              <a:t>--</a:t>
            </a:r>
          </a:p>
          <a:p>
            <a:pPr marL="0" indent="0">
              <a:buNone/>
            </a:pPr>
            <a:r>
              <a:rPr lang="es-MX" sz="1400" dirty="0"/>
              <a:t>-- Índices para tablas volcadas</a:t>
            </a:r>
          </a:p>
          <a:p>
            <a:pPr marL="0" indent="0">
              <a:buNone/>
            </a:pPr>
            <a:r>
              <a:rPr lang="es-MX" sz="1400" dirty="0"/>
              <a:t>--</a:t>
            </a:r>
          </a:p>
          <a:p>
            <a:pPr marL="0" indent="0">
              <a:buNone/>
            </a:pPr>
            <a:endParaRPr lang="es-MX" sz="1400" dirty="0"/>
          </a:p>
          <a:p>
            <a:pPr marL="0" indent="0">
              <a:buNone/>
            </a:pPr>
            <a:r>
              <a:rPr lang="es-MX" sz="1400" dirty="0"/>
              <a:t>--</a:t>
            </a:r>
          </a:p>
          <a:p>
            <a:pPr marL="0" indent="0">
              <a:buNone/>
            </a:pPr>
            <a:r>
              <a:rPr lang="es-MX" sz="1400" dirty="0"/>
              <a:t>-- </a:t>
            </a:r>
            <a:r>
              <a:rPr lang="es-MX" sz="1400" dirty="0" err="1"/>
              <a:t>Indices</a:t>
            </a:r>
            <a:r>
              <a:rPr lang="es-MX" sz="1400" dirty="0"/>
              <a:t> de la tabla `</a:t>
            </a:r>
            <a:r>
              <a:rPr lang="es-MX" sz="1400" dirty="0" err="1"/>
              <a:t>users</a:t>
            </a:r>
            <a:r>
              <a:rPr lang="es-MX" sz="1400" dirty="0"/>
              <a:t>`</a:t>
            </a:r>
          </a:p>
          <a:p>
            <a:pPr marL="0" indent="0">
              <a:buNone/>
            </a:pPr>
            <a:r>
              <a:rPr lang="es-MX" sz="1400" dirty="0"/>
              <a:t>--</a:t>
            </a:r>
          </a:p>
          <a:p>
            <a:pPr marL="0" indent="0">
              <a:buNone/>
            </a:pPr>
            <a:r>
              <a:rPr lang="es-MX" sz="1400" dirty="0"/>
              <a:t>ALTER TABLE `</a:t>
            </a:r>
            <a:r>
              <a:rPr lang="es-MX" sz="1400" dirty="0" err="1"/>
              <a:t>users</a:t>
            </a:r>
            <a:r>
              <a:rPr lang="es-MX" sz="1400" dirty="0"/>
              <a:t>`</a:t>
            </a:r>
          </a:p>
          <a:p>
            <a:pPr marL="0" indent="0">
              <a:buNone/>
            </a:pPr>
            <a:r>
              <a:rPr lang="es-MX" sz="1400" dirty="0"/>
              <a:t>  ADD PRIMARY KEY (`id`);</a:t>
            </a:r>
          </a:p>
          <a:p>
            <a:pPr marL="0" indent="0">
              <a:buNone/>
            </a:pPr>
            <a:endParaRPr lang="es-MX" sz="1400" dirty="0"/>
          </a:p>
          <a:p>
            <a:pPr marL="0" indent="0">
              <a:buNone/>
            </a:pPr>
            <a:r>
              <a:rPr lang="es-MX" sz="1400" dirty="0"/>
              <a:t>--</a:t>
            </a:r>
          </a:p>
          <a:p>
            <a:pPr marL="0" indent="0">
              <a:buNone/>
            </a:pPr>
            <a:r>
              <a:rPr lang="es-MX" sz="1400" dirty="0"/>
              <a:t>-- AUTO_INCREMENT de las tablas volcadas</a:t>
            </a:r>
          </a:p>
          <a:p>
            <a:pPr marL="0" indent="0">
              <a:buNone/>
            </a:pPr>
            <a:r>
              <a:rPr lang="es-MX" sz="1400" dirty="0"/>
              <a:t>--</a:t>
            </a:r>
          </a:p>
          <a:p>
            <a:pPr marL="0" indent="0">
              <a:buNone/>
            </a:pPr>
            <a:endParaRPr lang="es-MX" sz="1400" dirty="0"/>
          </a:p>
          <a:p>
            <a:pPr marL="0" indent="0">
              <a:buNone/>
            </a:pPr>
            <a:r>
              <a:rPr lang="es-MX" sz="1400" dirty="0"/>
              <a:t>--</a:t>
            </a:r>
          </a:p>
          <a:p>
            <a:pPr marL="0" indent="0">
              <a:buNone/>
            </a:pPr>
            <a:r>
              <a:rPr lang="es-MX" sz="1400" dirty="0"/>
              <a:t>-- AUTO_INCREMENT de la tabla `</a:t>
            </a:r>
            <a:r>
              <a:rPr lang="es-MX" sz="1400" dirty="0" err="1"/>
              <a:t>users</a:t>
            </a:r>
            <a:r>
              <a:rPr lang="es-MX" sz="1400" dirty="0"/>
              <a:t>`</a:t>
            </a:r>
          </a:p>
          <a:p>
            <a:pPr marL="0" indent="0">
              <a:buNone/>
            </a:pPr>
            <a:r>
              <a:rPr lang="es-MX" sz="1400" dirty="0"/>
              <a:t>--</a:t>
            </a:r>
          </a:p>
          <a:p>
            <a:pPr marL="0" indent="0">
              <a:buNone/>
            </a:pPr>
            <a:r>
              <a:rPr lang="es-MX" sz="1400" dirty="0"/>
              <a:t>ALTER TABLE `</a:t>
            </a:r>
            <a:r>
              <a:rPr lang="es-MX" sz="1400" dirty="0" err="1"/>
              <a:t>users</a:t>
            </a:r>
            <a:r>
              <a:rPr lang="es-MX" sz="1400" dirty="0"/>
              <a:t>`</a:t>
            </a:r>
          </a:p>
          <a:p>
            <a:pPr marL="0" indent="0">
              <a:buNone/>
            </a:pPr>
            <a:r>
              <a:rPr lang="es-MX" sz="1400" dirty="0"/>
              <a:t>  MODIFY `id` </a:t>
            </a:r>
            <a:r>
              <a:rPr lang="es-MX" sz="1400" dirty="0" err="1"/>
              <a:t>int</a:t>
            </a:r>
            <a:r>
              <a:rPr lang="es-MX" sz="1400" dirty="0"/>
              <a:t>(11) NOT NULL AUTO_INCREMENT, AUTO_INCREMENT=5;</a:t>
            </a:r>
          </a:p>
          <a:p>
            <a:pPr marL="0" indent="0">
              <a:buNone/>
            </a:pPr>
            <a:r>
              <a:rPr lang="es-MX" sz="1400" dirty="0"/>
              <a:t>COMMIT;</a:t>
            </a:r>
          </a:p>
          <a:p>
            <a:pPr marL="0" indent="0">
              <a:buNone/>
            </a:pPr>
            <a:endParaRPr lang="es-MX" sz="1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67E13F2-849F-4CB9-A579-D6A5B37EF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1772816"/>
            <a:ext cx="3869815" cy="383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281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0D6DF-B56E-4E65-B5C7-6DC88FF5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Tabla </a:t>
            </a:r>
            <a:r>
              <a:rPr lang="es-MX" dirty="0" err="1"/>
              <a:t>Users</a:t>
            </a:r>
            <a:r>
              <a:rPr lang="es-MX" dirty="0"/>
              <a:t>: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0090F6D-6CA5-4799-B018-13ED9B68A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301" y="2234335"/>
            <a:ext cx="1476375" cy="11811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6E15C8E-4952-49E4-A0F0-8FD193B99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6" y="1525235"/>
            <a:ext cx="406717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317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D1D2C-B7CC-4F22-BE6F-B84693A5B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Descargar </a:t>
            </a:r>
            <a:r>
              <a:rPr lang="es-MX" dirty="0" err="1"/>
              <a:t>Connector</a:t>
            </a:r>
            <a:r>
              <a:rPr lang="es-MX" dirty="0"/>
              <a:t> según versión del cliente y descomprimirlo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D2646F-3BB2-4998-8E65-2167BAE7F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https://downloads.mysql.com/archives/c-j/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8A381EE-195B-47EE-97BC-C85D69671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2200672"/>
            <a:ext cx="4057479" cy="307141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2749DE6-7322-44F6-8A3D-EFAC8E7F5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54" y="2254887"/>
            <a:ext cx="4175509" cy="3567425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EC7C23F4-5991-45C9-A8E3-423B7508F20D}"/>
              </a:ext>
            </a:extLst>
          </p:cNvPr>
          <p:cNvCxnSpPr/>
          <p:nvPr/>
        </p:nvCxnSpPr>
        <p:spPr>
          <a:xfrm flipH="1" flipV="1">
            <a:off x="4457288" y="3212976"/>
            <a:ext cx="690776" cy="288032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DAD68096-1208-4126-9CAC-A1C9D5E01F4F}"/>
              </a:ext>
            </a:extLst>
          </p:cNvPr>
          <p:cNvCxnSpPr/>
          <p:nvPr/>
        </p:nvCxnSpPr>
        <p:spPr>
          <a:xfrm flipV="1">
            <a:off x="7596336" y="4509120"/>
            <a:ext cx="792088" cy="136815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425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F095E-E883-423C-A1A9-FACB99529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Crear Proyecto en </a:t>
            </a:r>
            <a:r>
              <a:rPr lang="es-MX" dirty="0" err="1"/>
              <a:t>netBeans</a:t>
            </a:r>
            <a:endParaRPr lang="es-MX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707471D-6A7F-4D13-BF43-C753F052A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772816"/>
            <a:ext cx="5860182" cy="413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934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F632D0-C4A8-4AC4-AB21-2772BF65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Crear  proyecto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82E4984-2210-4C9F-873B-1403D840C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844824"/>
            <a:ext cx="6653361" cy="478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281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9CA623-8936-4383-814F-5758D1184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Agregar el </a:t>
            </a:r>
            <a:r>
              <a:rPr lang="es-MX" dirty="0" err="1"/>
              <a:t>connector</a:t>
            </a:r>
            <a:r>
              <a:rPr lang="es-MX" dirty="0"/>
              <a:t> a nuestro proyecto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D80C30E-F673-4A67-8CDE-EBE8271487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88" t="16400" r="77562" b="55600"/>
          <a:stretch/>
        </p:blipFill>
        <p:spPr>
          <a:xfrm>
            <a:off x="1101957" y="1524000"/>
            <a:ext cx="2304256" cy="2304256"/>
          </a:xfrm>
          <a:prstGeom prst="rect">
            <a:avLst/>
          </a:prstGeom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1D9E9FA7-8624-4317-A101-49CA5181DE42}"/>
              </a:ext>
            </a:extLst>
          </p:cNvPr>
          <p:cNvCxnSpPr/>
          <p:nvPr/>
        </p:nvCxnSpPr>
        <p:spPr>
          <a:xfrm flipV="1">
            <a:off x="309873" y="2578722"/>
            <a:ext cx="1296144" cy="79208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Imagen 6">
            <a:extLst>
              <a:ext uri="{FF2B5EF4-FFF2-40B4-BE49-F238E27FC236}">
                <a16:creationId xmlns:a16="http://schemas.microsoft.com/office/drawing/2014/main" id="{0306B6CE-2F1B-4478-833D-404B26D11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784" y="3282330"/>
            <a:ext cx="5663643" cy="304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226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EE5575-1910-44B7-8195-DB798AED8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Agregar una nueva clase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9FFD5E6-71C8-429D-953B-CEF79968F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Agregar :</a:t>
            </a:r>
          </a:p>
          <a:p>
            <a:pPr lvl="1"/>
            <a:r>
              <a:rPr lang="es-MX" dirty="0" err="1"/>
              <a:t>import</a:t>
            </a:r>
            <a:r>
              <a:rPr lang="es-MX" dirty="0"/>
              <a:t> </a:t>
            </a:r>
            <a:r>
              <a:rPr lang="es-MX" dirty="0" err="1"/>
              <a:t>java.sql</a:t>
            </a:r>
            <a:r>
              <a:rPr lang="es-MX" dirty="0"/>
              <a:t>.*;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882E973-79B0-42EF-9EC0-14714882F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83" y="2564904"/>
            <a:ext cx="4590082" cy="326350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6276183-64E0-4657-B9B2-4DD245A49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2852936"/>
            <a:ext cx="3278485" cy="287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651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7125B5-07B5-43CA-A668-E5E9D073C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Agregar en la clase: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209FB4-490C-4E64-AB82-E483C7BA9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330824" cy="4876800"/>
          </a:xfrm>
        </p:spPr>
        <p:txBody>
          <a:bodyPr>
            <a:normAutofit/>
          </a:bodyPr>
          <a:lstStyle/>
          <a:p>
            <a:r>
              <a:rPr lang="es-MX" sz="1100" dirty="0" err="1"/>
              <a:t>public</a:t>
            </a:r>
            <a:r>
              <a:rPr lang="es-MX" sz="1100" dirty="0"/>
              <a:t> </a:t>
            </a:r>
            <a:r>
              <a:rPr lang="es-MX" sz="1100" dirty="0" err="1"/>
              <a:t>class</a:t>
            </a:r>
            <a:r>
              <a:rPr lang="es-MX" sz="1100" dirty="0"/>
              <a:t> </a:t>
            </a:r>
            <a:r>
              <a:rPr lang="es-MX" sz="1100" dirty="0" err="1"/>
              <a:t>DbConnection</a:t>
            </a:r>
            <a:r>
              <a:rPr lang="es-MX" sz="1100" dirty="0"/>
              <a:t> {</a:t>
            </a:r>
          </a:p>
          <a:p>
            <a:r>
              <a:rPr lang="es-MX" sz="1100" dirty="0"/>
              <a:t>    </a:t>
            </a:r>
            <a:r>
              <a:rPr lang="es-MX" sz="1100" dirty="0" err="1"/>
              <a:t>static</a:t>
            </a:r>
            <a:r>
              <a:rPr lang="es-MX" sz="1100" dirty="0"/>
              <a:t> </a:t>
            </a:r>
            <a:r>
              <a:rPr lang="es-MX" sz="1100" dirty="0" err="1"/>
              <a:t>String</a:t>
            </a:r>
            <a:r>
              <a:rPr lang="es-MX" sz="1100" dirty="0"/>
              <a:t> </a:t>
            </a:r>
            <a:r>
              <a:rPr lang="es-MX" sz="1100" dirty="0" err="1"/>
              <a:t>url</a:t>
            </a:r>
            <a:r>
              <a:rPr lang="es-MX" sz="1100" dirty="0"/>
              <a:t>="</a:t>
            </a:r>
            <a:r>
              <a:rPr lang="es-MX" sz="1100" dirty="0" err="1"/>
              <a:t>jdbc:mysql</a:t>
            </a:r>
            <a:r>
              <a:rPr lang="es-MX" sz="1100" dirty="0"/>
              <a:t>://localhost:3306/</a:t>
            </a:r>
            <a:r>
              <a:rPr lang="es-MX" sz="1100" dirty="0" err="1"/>
              <a:t>login</a:t>
            </a:r>
            <a:r>
              <a:rPr lang="es-MX" sz="1100" dirty="0"/>
              <a:t>";</a:t>
            </a:r>
          </a:p>
          <a:p>
            <a:r>
              <a:rPr lang="es-MX" sz="1100" dirty="0"/>
              <a:t>    </a:t>
            </a:r>
            <a:r>
              <a:rPr lang="es-MX" sz="1100" dirty="0" err="1"/>
              <a:t>static</a:t>
            </a:r>
            <a:r>
              <a:rPr lang="es-MX" sz="1100" dirty="0"/>
              <a:t> </a:t>
            </a:r>
            <a:r>
              <a:rPr lang="es-MX" sz="1100" dirty="0" err="1"/>
              <a:t>String</a:t>
            </a:r>
            <a:r>
              <a:rPr lang="es-MX" sz="1100" dirty="0"/>
              <a:t> </a:t>
            </a:r>
            <a:r>
              <a:rPr lang="es-MX" sz="1100" dirty="0" err="1"/>
              <a:t>user</a:t>
            </a:r>
            <a:r>
              <a:rPr lang="es-MX" sz="1100" dirty="0"/>
              <a:t>="</a:t>
            </a:r>
            <a:r>
              <a:rPr lang="es-MX" sz="1100" dirty="0" err="1"/>
              <a:t>root</a:t>
            </a:r>
            <a:r>
              <a:rPr lang="es-MX" sz="1100" dirty="0"/>
              <a:t>";</a:t>
            </a:r>
          </a:p>
          <a:p>
            <a:r>
              <a:rPr lang="es-MX" sz="1100" dirty="0"/>
              <a:t>    </a:t>
            </a:r>
            <a:r>
              <a:rPr lang="es-MX" sz="1100" dirty="0" err="1"/>
              <a:t>static</a:t>
            </a:r>
            <a:r>
              <a:rPr lang="es-MX" sz="1100" dirty="0"/>
              <a:t> </a:t>
            </a:r>
            <a:r>
              <a:rPr lang="es-MX" sz="1100" dirty="0" err="1"/>
              <a:t>String</a:t>
            </a:r>
            <a:r>
              <a:rPr lang="es-MX" sz="1100" dirty="0"/>
              <a:t> </a:t>
            </a:r>
            <a:r>
              <a:rPr lang="es-MX" sz="1100" dirty="0" err="1"/>
              <a:t>pass</a:t>
            </a:r>
            <a:r>
              <a:rPr lang="es-MX" sz="1100" dirty="0"/>
              <a:t>="";</a:t>
            </a:r>
          </a:p>
          <a:p>
            <a:r>
              <a:rPr lang="es-MX" sz="1100" dirty="0"/>
              <a:t>    </a:t>
            </a:r>
          </a:p>
          <a:p>
            <a:r>
              <a:rPr lang="es-MX" sz="1100" dirty="0"/>
              <a:t>    </a:t>
            </a:r>
            <a:r>
              <a:rPr lang="es-MX" sz="1100" dirty="0" err="1"/>
              <a:t>public</a:t>
            </a:r>
            <a:r>
              <a:rPr lang="es-MX" sz="1100" dirty="0"/>
              <a:t> </a:t>
            </a:r>
            <a:r>
              <a:rPr lang="es-MX" sz="1100" dirty="0" err="1"/>
              <a:t>static</a:t>
            </a:r>
            <a:r>
              <a:rPr lang="es-MX" sz="1100" dirty="0"/>
              <a:t> </a:t>
            </a:r>
            <a:r>
              <a:rPr lang="es-MX" sz="1100" dirty="0" err="1"/>
              <a:t>Connection</a:t>
            </a:r>
            <a:r>
              <a:rPr lang="es-MX" sz="1100" dirty="0"/>
              <a:t> conectar()</a:t>
            </a:r>
          </a:p>
          <a:p>
            <a:r>
              <a:rPr lang="es-MX" sz="1100" dirty="0"/>
              <a:t>    {</a:t>
            </a:r>
          </a:p>
          <a:p>
            <a:r>
              <a:rPr lang="es-MX" sz="1100" dirty="0"/>
              <a:t>       </a:t>
            </a:r>
            <a:r>
              <a:rPr lang="es-MX" sz="1100" dirty="0" err="1"/>
              <a:t>Connection</a:t>
            </a:r>
            <a:r>
              <a:rPr lang="es-MX" sz="1100" dirty="0"/>
              <a:t> con=</a:t>
            </a:r>
            <a:r>
              <a:rPr lang="es-MX" sz="1100" dirty="0" err="1"/>
              <a:t>null</a:t>
            </a:r>
            <a:r>
              <a:rPr lang="es-MX" sz="1100" dirty="0"/>
              <a:t>;</a:t>
            </a:r>
          </a:p>
          <a:p>
            <a:r>
              <a:rPr lang="es-MX" sz="1100" dirty="0"/>
              <a:t>       try</a:t>
            </a:r>
          </a:p>
          <a:p>
            <a:r>
              <a:rPr lang="es-MX" sz="1100" dirty="0"/>
              <a:t>       {</a:t>
            </a:r>
          </a:p>
          <a:p>
            <a:r>
              <a:rPr lang="es-MX" sz="1100" dirty="0"/>
              <a:t>            con=</a:t>
            </a:r>
            <a:r>
              <a:rPr lang="es-MX" sz="1100" dirty="0" err="1"/>
              <a:t>DriverManager.getConnection</a:t>
            </a:r>
            <a:r>
              <a:rPr lang="es-MX" sz="1100" dirty="0"/>
              <a:t>(</a:t>
            </a:r>
            <a:r>
              <a:rPr lang="es-MX" sz="1100" dirty="0" err="1"/>
              <a:t>url,user,pass</a:t>
            </a:r>
            <a:r>
              <a:rPr lang="es-MX" sz="1100" dirty="0"/>
              <a:t>);</a:t>
            </a:r>
          </a:p>
          <a:p>
            <a:r>
              <a:rPr lang="es-MX" sz="1100" dirty="0"/>
              <a:t>            </a:t>
            </a:r>
            <a:r>
              <a:rPr lang="es-MX" sz="1100" dirty="0" err="1"/>
              <a:t>System.out.println</a:t>
            </a:r>
            <a:r>
              <a:rPr lang="es-MX" sz="1100" dirty="0"/>
              <a:t>("Conexión exitosa");</a:t>
            </a:r>
          </a:p>
          <a:p>
            <a:r>
              <a:rPr lang="es-MX" sz="1100" dirty="0"/>
              <a:t>       }catch(</a:t>
            </a:r>
            <a:r>
              <a:rPr lang="es-MX" sz="1100" dirty="0" err="1"/>
              <a:t>SQLException</a:t>
            </a:r>
            <a:r>
              <a:rPr lang="es-MX" sz="1100" dirty="0"/>
              <a:t> e)</a:t>
            </a:r>
          </a:p>
          <a:p>
            <a:r>
              <a:rPr lang="es-MX" sz="1100" dirty="0"/>
              <a:t>       {</a:t>
            </a:r>
          </a:p>
          <a:p>
            <a:r>
              <a:rPr lang="es-MX" sz="1100" dirty="0"/>
              <a:t>            </a:t>
            </a:r>
            <a:r>
              <a:rPr lang="es-MX" sz="1100" dirty="0" err="1"/>
              <a:t>e.printStackTrace</a:t>
            </a:r>
            <a:r>
              <a:rPr lang="es-MX" sz="1100" dirty="0"/>
              <a:t>();</a:t>
            </a:r>
          </a:p>
          <a:p>
            <a:r>
              <a:rPr lang="es-MX" sz="1100" dirty="0"/>
              <a:t>       }</a:t>
            </a:r>
          </a:p>
          <a:p>
            <a:r>
              <a:rPr lang="es-MX" sz="1100" dirty="0"/>
              <a:t>       </a:t>
            </a:r>
          </a:p>
          <a:p>
            <a:r>
              <a:rPr lang="es-MX" sz="1100" dirty="0"/>
              <a:t>       </a:t>
            </a:r>
            <a:r>
              <a:rPr lang="es-MX" sz="1100" dirty="0" err="1"/>
              <a:t>return</a:t>
            </a:r>
            <a:r>
              <a:rPr lang="es-MX" sz="1100" dirty="0"/>
              <a:t> con;</a:t>
            </a:r>
          </a:p>
          <a:p>
            <a:r>
              <a:rPr lang="es-MX" sz="1100" dirty="0"/>
              <a:t>    }</a:t>
            </a:r>
          </a:p>
          <a:p>
            <a:r>
              <a:rPr lang="es-MX" sz="1100" dirty="0"/>
              <a:t>}</a:t>
            </a:r>
          </a:p>
          <a:p>
            <a:endParaRPr lang="es-MX" sz="11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B70D585-2E06-4B1A-AF2D-08F424F07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934" y="1412776"/>
            <a:ext cx="3988866" cy="439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854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868015-A5B0-44EC-9332-52B320D68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Agregar en el </a:t>
            </a:r>
            <a:r>
              <a:rPr lang="es-MX" dirty="0" err="1"/>
              <a:t>main</a:t>
            </a:r>
            <a:r>
              <a:rPr lang="es-MX" dirty="0"/>
              <a:t>, una instancia de la </a:t>
            </a:r>
            <a:r>
              <a:rPr lang="es-MX" dirty="0" err="1"/>
              <a:t>conexion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E4ADA2-4302-4038-AF47-85F3502D36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sz="1400" dirty="0"/>
              <a:t> </a:t>
            </a:r>
            <a:r>
              <a:rPr lang="es-MX" sz="1400" dirty="0" err="1"/>
              <a:t>public</a:t>
            </a:r>
            <a:r>
              <a:rPr lang="es-MX" sz="1400" dirty="0"/>
              <a:t> </a:t>
            </a:r>
            <a:r>
              <a:rPr lang="es-MX" sz="1400" dirty="0" err="1"/>
              <a:t>static</a:t>
            </a:r>
            <a:r>
              <a:rPr lang="es-MX" sz="1400" dirty="0"/>
              <a:t> </a:t>
            </a:r>
            <a:r>
              <a:rPr lang="es-MX" sz="1400" dirty="0" err="1"/>
              <a:t>void</a:t>
            </a:r>
            <a:r>
              <a:rPr lang="es-MX" sz="1400" dirty="0"/>
              <a:t> </a:t>
            </a:r>
            <a:r>
              <a:rPr lang="es-MX" sz="1400" dirty="0" err="1"/>
              <a:t>main</a:t>
            </a:r>
            <a:r>
              <a:rPr lang="es-MX" sz="1400" dirty="0"/>
              <a:t>(</a:t>
            </a:r>
            <a:r>
              <a:rPr lang="es-MX" sz="1400" dirty="0" err="1"/>
              <a:t>String</a:t>
            </a:r>
            <a:r>
              <a:rPr lang="es-MX" sz="1400" dirty="0"/>
              <a:t>[] </a:t>
            </a:r>
            <a:r>
              <a:rPr lang="es-MX" sz="1400" dirty="0" err="1"/>
              <a:t>args</a:t>
            </a:r>
            <a:r>
              <a:rPr lang="es-MX" sz="1400" dirty="0"/>
              <a:t>) {</a:t>
            </a:r>
          </a:p>
          <a:p>
            <a:pPr marL="0" indent="0">
              <a:buNone/>
            </a:pPr>
            <a:r>
              <a:rPr lang="es-MX" sz="1400" dirty="0"/>
              <a:t>        // TODO </a:t>
            </a:r>
            <a:r>
              <a:rPr lang="es-MX" sz="1400" dirty="0" err="1"/>
              <a:t>code</a:t>
            </a:r>
            <a:r>
              <a:rPr lang="es-MX" sz="1400" dirty="0"/>
              <a:t> </a:t>
            </a:r>
            <a:r>
              <a:rPr lang="es-MX" sz="1400" dirty="0" err="1"/>
              <a:t>application</a:t>
            </a:r>
            <a:r>
              <a:rPr lang="es-MX" sz="1400" dirty="0"/>
              <a:t> </a:t>
            </a:r>
            <a:r>
              <a:rPr lang="es-MX" sz="1400" dirty="0" err="1"/>
              <a:t>logic</a:t>
            </a:r>
            <a:r>
              <a:rPr lang="es-MX" sz="1400" dirty="0"/>
              <a:t> </a:t>
            </a:r>
            <a:r>
              <a:rPr lang="es-MX" sz="1400" dirty="0" err="1"/>
              <a:t>here</a:t>
            </a:r>
            <a:endParaRPr lang="es-MX" sz="1400" dirty="0"/>
          </a:p>
          <a:p>
            <a:pPr marL="0" indent="0">
              <a:buNone/>
            </a:pPr>
            <a:r>
              <a:rPr lang="es-MX" sz="1400" dirty="0"/>
              <a:t>         </a:t>
            </a:r>
            <a:r>
              <a:rPr lang="es-MX" sz="1400" dirty="0" err="1"/>
              <a:t>DbConnection</a:t>
            </a:r>
            <a:r>
              <a:rPr lang="es-MX" sz="1400" dirty="0"/>
              <a:t> </a:t>
            </a:r>
            <a:r>
              <a:rPr lang="es-MX" sz="1400" dirty="0" err="1"/>
              <a:t>dbc</a:t>
            </a:r>
            <a:r>
              <a:rPr lang="es-MX" sz="1400" dirty="0"/>
              <a:t>=new </a:t>
            </a:r>
            <a:r>
              <a:rPr lang="es-MX" sz="1400" dirty="0" err="1"/>
              <a:t>DbConnection</a:t>
            </a:r>
            <a:r>
              <a:rPr lang="es-MX" sz="1400" dirty="0"/>
              <a:t>();</a:t>
            </a:r>
          </a:p>
          <a:p>
            <a:pPr marL="0" indent="0">
              <a:buNone/>
            </a:pPr>
            <a:r>
              <a:rPr lang="es-MX" sz="1400" dirty="0"/>
              <a:t>        </a:t>
            </a:r>
            <a:r>
              <a:rPr lang="es-MX" sz="1400" dirty="0" err="1"/>
              <a:t>dbc.conectar</a:t>
            </a:r>
            <a:r>
              <a:rPr lang="es-MX" sz="1400" dirty="0"/>
              <a:t>();</a:t>
            </a:r>
          </a:p>
          <a:p>
            <a:pPr marL="0" indent="0">
              <a:buNone/>
            </a:pPr>
            <a:r>
              <a:rPr lang="es-MX" sz="1400" dirty="0"/>
              <a:t>    }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22AAE3F-C435-4694-BF2C-B18ABD26A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1124744"/>
            <a:ext cx="4267200" cy="4924425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5AEA0B40-BA88-45AD-BF2E-8D55003E7CE2}"/>
              </a:ext>
            </a:extLst>
          </p:cNvPr>
          <p:cNvCxnSpPr/>
          <p:nvPr/>
        </p:nvCxnSpPr>
        <p:spPr>
          <a:xfrm flipV="1">
            <a:off x="3419872" y="4653136"/>
            <a:ext cx="1800200" cy="2880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50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4748A9-8877-42F7-9CED-257624B72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Agregar una clase </a:t>
            </a:r>
            <a:r>
              <a:rPr lang="es-MX" dirty="0" err="1"/>
              <a:t>LoginFrame</a:t>
            </a: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EA83B4F-3CB9-4BF5-AD3C-44C6CAB71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674" y="1700808"/>
            <a:ext cx="5790652" cy="411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502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6C08E5-7392-4F44-879D-FD87F3746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534761"/>
          </a:xfrm>
        </p:spPr>
        <p:txBody>
          <a:bodyPr>
            <a:noAutofit/>
          </a:bodyPr>
          <a:lstStyle/>
          <a:p>
            <a:r>
              <a:rPr lang="es-MX" sz="2800" dirty="0"/>
              <a:t>Crear método </a:t>
            </a:r>
            <a:r>
              <a:rPr lang="es-MX" sz="2800" dirty="0" err="1"/>
              <a:t>crearGUI</a:t>
            </a:r>
            <a:r>
              <a:rPr lang="es-MX" sz="2800" dirty="0"/>
              <a:t> y agregarlo en el constructor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7F4257-8FDE-4C0C-9584-4E7912730F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124744"/>
            <a:ext cx="4038600" cy="526691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s-MX" dirty="0"/>
              <a:t> </a:t>
            </a: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LoginFrame</a:t>
            </a:r>
            <a:r>
              <a:rPr lang="es-MX" dirty="0"/>
              <a:t>() {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setTitle</a:t>
            </a:r>
            <a:r>
              <a:rPr lang="es-MX" dirty="0"/>
              <a:t>("</a:t>
            </a:r>
            <a:r>
              <a:rPr lang="es-MX" dirty="0" err="1"/>
              <a:t>Login</a:t>
            </a:r>
            <a:r>
              <a:rPr lang="es-MX" dirty="0"/>
              <a:t>");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setSize</a:t>
            </a:r>
            <a:r>
              <a:rPr lang="es-MX" dirty="0"/>
              <a:t>(360, 200);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setLocationRelativeTo</a:t>
            </a:r>
            <a:r>
              <a:rPr lang="es-MX" dirty="0"/>
              <a:t>(</a:t>
            </a:r>
            <a:r>
              <a:rPr lang="es-MX" dirty="0" err="1"/>
              <a:t>null</a:t>
            </a:r>
            <a:r>
              <a:rPr lang="es-MX" dirty="0"/>
              <a:t>);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setDefaultCloseOperation</a:t>
            </a:r>
            <a:r>
              <a:rPr lang="es-MX" dirty="0"/>
              <a:t>(</a:t>
            </a:r>
            <a:r>
              <a:rPr lang="es-MX" dirty="0" err="1"/>
              <a:t>JFrame.EXIT_ON_CLOSE</a:t>
            </a:r>
            <a:r>
              <a:rPr lang="es-MX" dirty="0"/>
              <a:t>);</a:t>
            </a:r>
          </a:p>
          <a:p>
            <a:pPr marL="0" indent="0">
              <a:buNone/>
            </a:pPr>
            <a:r>
              <a:rPr lang="es-MX" dirty="0">
                <a:highlight>
                  <a:srgbClr val="FFFF00"/>
                </a:highlight>
              </a:rPr>
              <a:t>        </a:t>
            </a:r>
            <a:r>
              <a:rPr lang="es-MX" dirty="0" err="1">
                <a:highlight>
                  <a:srgbClr val="FFFF00"/>
                </a:highlight>
              </a:rPr>
              <a:t>crearGUI</a:t>
            </a:r>
            <a:r>
              <a:rPr lang="es-MX" dirty="0">
                <a:highlight>
                  <a:srgbClr val="FFFF00"/>
                </a:highlight>
              </a:rPr>
              <a:t>();</a:t>
            </a:r>
          </a:p>
          <a:p>
            <a:pPr marL="0" indent="0">
              <a:buNone/>
            </a:pPr>
            <a:r>
              <a:rPr lang="es-MX" dirty="0"/>
              <a:t>    }</a:t>
            </a:r>
          </a:p>
          <a:p>
            <a:pPr marL="0" indent="0">
              <a:buNone/>
            </a:pPr>
            <a:endParaRPr lang="es-MX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s-MX" dirty="0">
                <a:highlight>
                  <a:srgbClr val="FFFF00"/>
                </a:highlight>
              </a:rPr>
              <a:t>    </a:t>
            </a:r>
            <a:r>
              <a:rPr lang="es-MX" dirty="0" err="1">
                <a:highlight>
                  <a:srgbClr val="FFFF00"/>
                </a:highlight>
              </a:rPr>
              <a:t>private</a:t>
            </a:r>
            <a:r>
              <a:rPr lang="es-MX" dirty="0">
                <a:highlight>
                  <a:srgbClr val="FFFF00"/>
                </a:highlight>
              </a:rPr>
              <a:t> </a:t>
            </a:r>
            <a:r>
              <a:rPr lang="es-MX" dirty="0" err="1">
                <a:highlight>
                  <a:srgbClr val="FFFF00"/>
                </a:highlight>
              </a:rPr>
              <a:t>void</a:t>
            </a:r>
            <a:r>
              <a:rPr lang="es-MX" dirty="0">
                <a:highlight>
                  <a:srgbClr val="FFFF00"/>
                </a:highlight>
              </a:rPr>
              <a:t> </a:t>
            </a:r>
            <a:r>
              <a:rPr lang="es-MX" dirty="0" err="1">
                <a:highlight>
                  <a:srgbClr val="FFFF00"/>
                </a:highlight>
              </a:rPr>
              <a:t>crearGUI</a:t>
            </a:r>
            <a:r>
              <a:rPr lang="es-MX" dirty="0">
                <a:highlight>
                  <a:srgbClr val="FFFF00"/>
                </a:highlight>
              </a:rPr>
              <a:t>() {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JPanel</a:t>
            </a:r>
            <a:r>
              <a:rPr lang="es-MX" dirty="0"/>
              <a:t> panel = new </a:t>
            </a:r>
            <a:r>
              <a:rPr lang="es-MX" dirty="0" err="1"/>
              <a:t>JPanel</a:t>
            </a:r>
            <a:r>
              <a:rPr lang="es-MX" dirty="0"/>
              <a:t>();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panel.setLayout</a:t>
            </a:r>
            <a:r>
              <a:rPr lang="es-MX" dirty="0"/>
              <a:t>(</a:t>
            </a:r>
            <a:r>
              <a:rPr lang="es-MX" dirty="0" err="1"/>
              <a:t>null</a:t>
            </a:r>
            <a:r>
              <a:rPr lang="es-MX" dirty="0"/>
              <a:t>);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JLabel</a:t>
            </a:r>
            <a:r>
              <a:rPr lang="es-MX" dirty="0"/>
              <a:t> </a:t>
            </a:r>
            <a:r>
              <a:rPr lang="es-MX" dirty="0" err="1"/>
              <a:t>lblUser</a:t>
            </a:r>
            <a:r>
              <a:rPr lang="es-MX" dirty="0"/>
              <a:t> = new </a:t>
            </a:r>
            <a:r>
              <a:rPr lang="es-MX" dirty="0" err="1"/>
              <a:t>JLabel</a:t>
            </a:r>
            <a:r>
              <a:rPr lang="es-MX" dirty="0"/>
              <a:t>("Usuario:");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lblUser.setBounds</a:t>
            </a:r>
            <a:r>
              <a:rPr lang="es-MX" dirty="0"/>
              <a:t>(20, 20, 80, 25);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panel.add</a:t>
            </a:r>
            <a:r>
              <a:rPr lang="es-MX" dirty="0"/>
              <a:t>(</a:t>
            </a:r>
            <a:r>
              <a:rPr lang="es-MX" dirty="0" err="1"/>
              <a:t>lblUser</a:t>
            </a:r>
            <a:r>
              <a:rPr lang="es-MX" dirty="0"/>
              <a:t>);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txtUser</a:t>
            </a:r>
            <a:r>
              <a:rPr lang="es-MX" dirty="0"/>
              <a:t> = new </a:t>
            </a:r>
            <a:r>
              <a:rPr lang="es-MX" dirty="0" err="1"/>
              <a:t>JTextField</a:t>
            </a:r>
            <a:r>
              <a:rPr lang="es-MX" dirty="0"/>
              <a:t>();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txtUser.setBounds</a:t>
            </a:r>
            <a:r>
              <a:rPr lang="es-MX" dirty="0"/>
              <a:t>(110, 20, 200, 25);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panel.add</a:t>
            </a:r>
            <a:r>
              <a:rPr lang="es-MX" dirty="0"/>
              <a:t>(</a:t>
            </a:r>
            <a:r>
              <a:rPr lang="es-MX" dirty="0" err="1"/>
              <a:t>txtUser</a:t>
            </a:r>
            <a:r>
              <a:rPr lang="es-MX" dirty="0"/>
              <a:t>);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JLabel</a:t>
            </a:r>
            <a:r>
              <a:rPr lang="es-MX" dirty="0"/>
              <a:t> </a:t>
            </a:r>
            <a:r>
              <a:rPr lang="es-MX" dirty="0" err="1"/>
              <a:t>lblPass</a:t>
            </a:r>
            <a:r>
              <a:rPr lang="es-MX" dirty="0"/>
              <a:t> = new </a:t>
            </a:r>
            <a:r>
              <a:rPr lang="es-MX" dirty="0" err="1"/>
              <a:t>JLabel</a:t>
            </a:r>
            <a:r>
              <a:rPr lang="es-MX" dirty="0"/>
              <a:t>("Contraseña:");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lblPass.setBounds</a:t>
            </a:r>
            <a:r>
              <a:rPr lang="es-MX" dirty="0"/>
              <a:t>(20, 60, 80, 25);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panel.add</a:t>
            </a:r>
            <a:r>
              <a:rPr lang="es-MX" dirty="0"/>
              <a:t>(</a:t>
            </a:r>
            <a:r>
              <a:rPr lang="es-MX" dirty="0" err="1"/>
              <a:t>lblPass</a:t>
            </a:r>
            <a:r>
              <a:rPr lang="es-MX" dirty="0"/>
              <a:t>);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txtPass</a:t>
            </a:r>
            <a:r>
              <a:rPr lang="es-MX" dirty="0"/>
              <a:t> = new </a:t>
            </a:r>
            <a:r>
              <a:rPr lang="es-MX" dirty="0" err="1"/>
              <a:t>JPasswordField</a:t>
            </a:r>
            <a:r>
              <a:rPr lang="es-MX" dirty="0"/>
              <a:t>();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txtPass.setBounds</a:t>
            </a:r>
            <a:r>
              <a:rPr lang="es-MX" dirty="0"/>
              <a:t>(110, 60, 200, 25);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panel.add</a:t>
            </a:r>
            <a:r>
              <a:rPr lang="es-MX" dirty="0"/>
              <a:t>(</a:t>
            </a:r>
            <a:r>
              <a:rPr lang="es-MX" dirty="0" err="1"/>
              <a:t>txtPass</a:t>
            </a:r>
            <a:r>
              <a:rPr lang="es-MX" dirty="0"/>
              <a:t>);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btnLogin</a:t>
            </a:r>
            <a:r>
              <a:rPr lang="es-MX" dirty="0"/>
              <a:t> = new </a:t>
            </a:r>
            <a:r>
              <a:rPr lang="es-MX" dirty="0" err="1"/>
              <a:t>JButton</a:t>
            </a:r>
            <a:r>
              <a:rPr lang="es-MX" dirty="0"/>
              <a:t>("Ingresar");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btnLogin.setBounds</a:t>
            </a:r>
            <a:r>
              <a:rPr lang="es-MX" dirty="0"/>
              <a:t>(110, 100, 100, 30);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panel.add</a:t>
            </a:r>
            <a:r>
              <a:rPr lang="es-MX" dirty="0"/>
              <a:t>(</a:t>
            </a:r>
            <a:r>
              <a:rPr lang="es-MX" dirty="0" err="1"/>
              <a:t>btnLogin</a:t>
            </a:r>
            <a:r>
              <a:rPr lang="es-MX" dirty="0"/>
              <a:t>);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lblMsg</a:t>
            </a:r>
            <a:r>
              <a:rPr lang="es-MX" dirty="0"/>
              <a:t> = new </a:t>
            </a:r>
            <a:r>
              <a:rPr lang="es-MX" dirty="0" err="1"/>
              <a:t>JLabel</a:t>
            </a:r>
            <a:r>
              <a:rPr lang="es-MX" dirty="0"/>
              <a:t>("");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lblMsg.setBounds</a:t>
            </a:r>
            <a:r>
              <a:rPr lang="es-MX" dirty="0"/>
              <a:t>(20, 140, 320, 20);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panel.add</a:t>
            </a:r>
            <a:r>
              <a:rPr lang="es-MX" dirty="0"/>
              <a:t>(</a:t>
            </a:r>
            <a:r>
              <a:rPr lang="es-MX" dirty="0" err="1"/>
              <a:t>lblMsg</a:t>
            </a:r>
            <a:r>
              <a:rPr lang="es-MX" dirty="0"/>
              <a:t>);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        // acción del botón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btnLogin.addActionListener</a:t>
            </a:r>
            <a:r>
              <a:rPr lang="es-MX" dirty="0"/>
              <a:t>(new </a:t>
            </a:r>
            <a:r>
              <a:rPr lang="es-MX" dirty="0" err="1"/>
              <a:t>ActionListener</a:t>
            </a:r>
            <a:r>
              <a:rPr lang="es-MX" dirty="0"/>
              <a:t>() {</a:t>
            </a:r>
          </a:p>
          <a:p>
            <a:pPr marL="0" indent="0">
              <a:buNone/>
            </a:pPr>
            <a:r>
              <a:rPr lang="es-MX" dirty="0"/>
              <a:t>            @</a:t>
            </a:r>
            <a:r>
              <a:rPr lang="es-MX" dirty="0" err="1"/>
              <a:t>Override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            </a:t>
            </a: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void</a:t>
            </a:r>
            <a:r>
              <a:rPr lang="es-MX" dirty="0"/>
              <a:t> </a:t>
            </a:r>
            <a:r>
              <a:rPr lang="es-MX" dirty="0" err="1"/>
              <a:t>actionPerformed</a:t>
            </a:r>
            <a:r>
              <a:rPr lang="es-MX" dirty="0"/>
              <a:t>(</a:t>
            </a:r>
            <a:r>
              <a:rPr lang="es-MX" dirty="0" err="1"/>
              <a:t>ActionEvent</a:t>
            </a:r>
            <a:r>
              <a:rPr lang="es-MX" dirty="0"/>
              <a:t> e) {</a:t>
            </a:r>
          </a:p>
          <a:p>
            <a:pPr marL="0" indent="0">
              <a:buNone/>
            </a:pPr>
            <a:r>
              <a:rPr lang="es-MX" dirty="0"/>
              <a:t>                </a:t>
            </a:r>
            <a:r>
              <a:rPr lang="es-MX" dirty="0" err="1"/>
              <a:t>onLogin</a:t>
            </a:r>
            <a:r>
              <a:rPr lang="es-MX" dirty="0"/>
              <a:t>();</a:t>
            </a:r>
          </a:p>
          <a:p>
            <a:pPr marL="0" indent="0">
              <a:buNone/>
            </a:pPr>
            <a:r>
              <a:rPr lang="es-MX" dirty="0"/>
              <a:t>            }</a:t>
            </a:r>
          </a:p>
          <a:p>
            <a:pPr marL="0" indent="0">
              <a:buNone/>
            </a:pPr>
            <a:r>
              <a:rPr lang="es-MX" dirty="0"/>
              <a:t>        });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        // permitir </a:t>
            </a:r>
            <a:r>
              <a:rPr lang="es-MX" dirty="0" err="1"/>
              <a:t>Enter</a:t>
            </a:r>
            <a:r>
              <a:rPr lang="es-MX" dirty="0"/>
              <a:t> para hacer </a:t>
            </a:r>
            <a:r>
              <a:rPr lang="es-MX" dirty="0" err="1"/>
              <a:t>login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txtPass.addActionListener</a:t>
            </a:r>
            <a:r>
              <a:rPr lang="es-MX" dirty="0"/>
              <a:t>(e -&gt; </a:t>
            </a:r>
            <a:r>
              <a:rPr lang="es-MX" dirty="0" err="1"/>
              <a:t>onLogin</a:t>
            </a:r>
            <a:r>
              <a:rPr lang="es-MX" dirty="0"/>
              <a:t>());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add</a:t>
            </a:r>
            <a:r>
              <a:rPr lang="es-MX" dirty="0"/>
              <a:t>(panel);</a:t>
            </a:r>
          </a:p>
          <a:p>
            <a:pPr marL="0" indent="0">
              <a:buNone/>
            </a:pPr>
            <a:r>
              <a:rPr lang="es-MX" dirty="0"/>
              <a:t>    }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96589E0-6071-4831-9FAD-F4DBF1137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36" y="1068161"/>
            <a:ext cx="4548740" cy="496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501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56893E-B3E2-460F-B7B3-B9B9DC57C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Agregar los siguientes </a:t>
            </a:r>
            <a:r>
              <a:rPr lang="es-MX" dirty="0" err="1"/>
              <a:t>metodos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84BF48-581A-46C0-B50B-2D992F1FEE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>
                <a:highlight>
                  <a:srgbClr val="FFFF00"/>
                </a:highlight>
              </a:rPr>
              <a:t>    </a:t>
            </a:r>
            <a:r>
              <a:rPr lang="es-MX" dirty="0" err="1">
                <a:highlight>
                  <a:srgbClr val="FFFF00"/>
                </a:highlight>
              </a:rPr>
              <a:t>private</a:t>
            </a:r>
            <a:r>
              <a:rPr lang="es-MX" dirty="0">
                <a:highlight>
                  <a:srgbClr val="FFFF00"/>
                </a:highlight>
              </a:rPr>
              <a:t> </a:t>
            </a:r>
            <a:r>
              <a:rPr lang="es-MX" dirty="0" err="1">
                <a:highlight>
                  <a:srgbClr val="FFFF00"/>
                </a:highlight>
              </a:rPr>
              <a:t>void</a:t>
            </a:r>
            <a:r>
              <a:rPr lang="es-MX" dirty="0">
                <a:highlight>
                  <a:srgbClr val="FFFF00"/>
                </a:highlight>
              </a:rPr>
              <a:t> </a:t>
            </a:r>
            <a:r>
              <a:rPr lang="es-MX" dirty="0" err="1">
                <a:highlight>
                  <a:srgbClr val="FFFF00"/>
                </a:highlight>
              </a:rPr>
              <a:t>onLogin</a:t>
            </a:r>
            <a:r>
              <a:rPr lang="es-MX" dirty="0">
                <a:highlight>
                  <a:srgbClr val="FFFF00"/>
                </a:highlight>
              </a:rPr>
              <a:t>() {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String</a:t>
            </a:r>
            <a:r>
              <a:rPr lang="es-MX" dirty="0"/>
              <a:t> </a:t>
            </a:r>
            <a:r>
              <a:rPr lang="es-MX" dirty="0" err="1"/>
              <a:t>user</a:t>
            </a:r>
            <a:r>
              <a:rPr lang="es-MX" dirty="0"/>
              <a:t> = </a:t>
            </a:r>
            <a:r>
              <a:rPr lang="es-MX" dirty="0" err="1"/>
              <a:t>txtUser.getText</a:t>
            </a:r>
            <a:r>
              <a:rPr lang="es-MX" dirty="0"/>
              <a:t>().</a:t>
            </a:r>
            <a:r>
              <a:rPr lang="es-MX" dirty="0" err="1"/>
              <a:t>trim</a:t>
            </a:r>
            <a:r>
              <a:rPr lang="es-MX" dirty="0"/>
              <a:t>();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char</a:t>
            </a:r>
            <a:r>
              <a:rPr lang="es-MX" dirty="0"/>
              <a:t>[] </a:t>
            </a:r>
            <a:r>
              <a:rPr lang="es-MX" dirty="0" err="1"/>
              <a:t>passChars</a:t>
            </a:r>
            <a:r>
              <a:rPr lang="es-MX" dirty="0"/>
              <a:t> = </a:t>
            </a:r>
            <a:r>
              <a:rPr lang="es-MX" dirty="0" err="1"/>
              <a:t>txtPass.getPassword</a:t>
            </a:r>
            <a:r>
              <a:rPr lang="es-MX" dirty="0"/>
              <a:t>();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String</a:t>
            </a:r>
            <a:r>
              <a:rPr lang="es-MX" dirty="0"/>
              <a:t> </a:t>
            </a:r>
            <a:r>
              <a:rPr lang="es-MX" dirty="0" err="1"/>
              <a:t>pass</a:t>
            </a:r>
            <a:r>
              <a:rPr lang="es-MX" dirty="0"/>
              <a:t> = new </a:t>
            </a:r>
            <a:r>
              <a:rPr lang="es-MX" dirty="0" err="1"/>
              <a:t>String</a:t>
            </a:r>
            <a:r>
              <a:rPr lang="es-MX" dirty="0"/>
              <a:t>(</a:t>
            </a:r>
            <a:r>
              <a:rPr lang="es-MX" dirty="0" err="1"/>
              <a:t>passChars</a:t>
            </a:r>
            <a:r>
              <a:rPr lang="es-MX" dirty="0"/>
              <a:t>); // para comparación sencilla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if</a:t>
            </a:r>
            <a:r>
              <a:rPr lang="es-MX" dirty="0"/>
              <a:t> (</a:t>
            </a:r>
            <a:r>
              <a:rPr lang="es-MX" dirty="0" err="1"/>
              <a:t>user.isEmpty</a:t>
            </a:r>
            <a:r>
              <a:rPr lang="es-MX" dirty="0"/>
              <a:t>() || </a:t>
            </a:r>
            <a:r>
              <a:rPr lang="es-MX" dirty="0" err="1"/>
              <a:t>pass.isEmpty</a:t>
            </a:r>
            <a:r>
              <a:rPr lang="es-MX" dirty="0"/>
              <a:t>()) {</a:t>
            </a:r>
          </a:p>
          <a:p>
            <a:pPr marL="0" indent="0">
              <a:buNone/>
            </a:pPr>
            <a:r>
              <a:rPr lang="es-MX" dirty="0"/>
              <a:t>            </a:t>
            </a:r>
            <a:r>
              <a:rPr lang="es-MX" dirty="0" err="1"/>
              <a:t>lblMsg.setText</a:t>
            </a:r>
            <a:r>
              <a:rPr lang="es-MX" dirty="0"/>
              <a:t>("Rellena usuario y contraseña");</a:t>
            </a:r>
          </a:p>
          <a:p>
            <a:pPr marL="0" indent="0">
              <a:buNone/>
            </a:pPr>
            <a:r>
              <a:rPr lang="es-MX" dirty="0"/>
              <a:t>            </a:t>
            </a:r>
            <a:r>
              <a:rPr lang="es-MX" dirty="0" err="1"/>
              <a:t>return</a:t>
            </a:r>
            <a:r>
              <a:rPr lang="es-MX" dirty="0"/>
              <a:t>;</a:t>
            </a:r>
          </a:p>
          <a:p>
            <a:pPr marL="0" indent="0">
              <a:buNone/>
            </a:pPr>
            <a:r>
              <a:rPr lang="es-MX" dirty="0"/>
              <a:t>        }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validarCredenciales</a:t>
            </a:r>
            <a:r>
              <a:rPr lang="es-MX" dirty="0"/>
              <a:t>(</a:t>
            </a:r>
            <a:r>
              <a:rPr lang="es-MX" dirty="0" err="1"/>
              <a:t>user</a:t>
            </a:r>
            <a:r>
              <a:rPr lang="es-MX" dirty="0"/>
              <a:t>, </a:t>
            </a:r>
            <a:r>
              <a:rPr lang="es-MX" dirty="0" err="1"/>
              <a:t>pass</a:t>
            </a:r>
            <a:r>
              <a:rPr lang="es-MX" dirty="0"/>
              <a:t>);</a:t>
            </a:r>
          </a:p>
          <a:p>
            <a:pPr marL="0" indent="0">
              <a:buNone/>
            </a:pPr>
            <a:r>
              <a:rPr lang="es-MX" dirty="0"/>
              <a:t>        // limpiar contraseña en memoria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java.util.Arrays.fill</a:t>
            </a:r>
            <a:r>
              <a:rPr lang="es-MX" dirty="0"/>
              <a:t>(</a:t>
            </a:r>
            <a:r>
              <a:rPr lang="es-MX" dirty="0" err="1"/>
              <a:t>passChars</a:t>
            </a:r>
            <a:r>
              <a:rPr lang="es-MX" dirty="0"/>
              <a:t>, '\0');</a:t>
            </a:r>
          </a:p>
          <a:p>
            <a:pPr marL="0" indent="0">
              <a:buNone/>
            </a:pPr>
            <a:r>
              <a:rPr lang="es-MX" dirty="0"/>
              <a:t>    }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>
                <a:highlight>
                  <a:srgbClr val="FFFF00"/>
                </a:highlight>
              </a:rPr>
              <a:t>    </a:t>
            </a:r>
            <a:r>
              <a:rPr lang="es-MX" dirty="0" err="1">
                <a:highlight>
                  <a:srgbClr val="FFFF00"/>
                </a:highlight>
              </a:rPr>
              <a:t>private</a:t>
            </a:r>
            <a:r>
              <a:rPr lang="es-MX" dirty="0">
                <a:highlight>
                  <a:srgbClr val="FFFF00"/>
                </a:highlight>
              </a:rPr>
              <a:t> </a:t>
            </a:r>
            <a:r>
              <a:rPr lang="es-MX" dirty="0" err="1">
                <a:highlight>
                  <a:srgbClr val="FFFF00"/>
                </a:highlight>
              </a:rPr>
              <a:t>void</a:t>
            </a:r>
            <a:r>
              <a:rPr lang="es-MX" dirty="0">
                <a:highlight>
                  <a:srgbClr val="FFFF00"/>
                </a:highlight>
              </a:rPr>
              <a:t> </a:t>
            </a:r>
            <a:r>
              <a:rPr lang="es-MX" dirty="0" err="1">
                <a:highlight>
                  <a:srgbClr val="FFFF00"/>
                </a:highlight>
              </a:rPr>
              <a:t>validarCredenciales</a:t>
            </a:r>
            <a:r>
              <a:rPr lang="es-MX" dirty="0">
                <a:highlight>
                  <a:srgbClr val="FFFF00"/>
                </a:highlight>
              </a:rPr>
              <a:t>(</a:t>
            </a:r>
            <a:r>
              <a:rPr lang="es-MX" dirty="0" err="1">
                <a:highlight>
                  <a:srgbClr val="FFFF00"/>
                </a:highlight>
              </a:rPr>
              <a:t>String</a:t>
            </a:r>
            <a:r>
              <a:rPr lang="es-MX" dirty="0">
                <a:highlight>
                  <a:srgbClr val="FFFF00"/>
                </a:highlight>
              </a:rPr>
              <a:t> </a:t>
            </a:r>
            <a:r>
              <a:rPr lang="es-MX" dirty="0" err="1">
                <a:highlight>
                  <a:srgbClr val="FFFF00"/>
                </a:highlight>
              </a:rPr>
              <a:t>user</a:t>
            </a:r>
            <a:r>
              <a:rPr lang="es-MX" dirty="0">
                <a:highlight>
                  <a:srgbClr val="FFFF00"/>
                </a:highlight>
              </a:rPr>
              <a:t>, </a:t>
            </a:r>
            <a:r>
              <a:rPr lang="es-MX" dirty="0" err="1">
                <a:highlight>
                  <a:srgbClr val="FFFF00"/>
                </a:highlight>
              </a:rPr>
              <a:t>String</a:t>
            </a:r>
            <a:r>
              <a:rPr lang="es-MX" dirty="0">
                <a:highlight>
                  <a:srgbClr val="FFFF00"/>
                </a:highlight>
              </a:rPr>
              <a:t> </a:t>
            </a:r>
            <a:r>
              <a:rPr lang="es-MX" dirty="0" err="1">
                <a:highlight>
                  <a:srgbClr val="FFFF00"/>
                </a:highlight>
              </a:rPr>
              <a:t>pass</a:t>
            </a:r>
            <a:r>
              <a:rPr lang="es-MX" dirty="0">
                <a:highlight>
                  <a:srgbClr val="FFFF00"/>
                </a:highlight>
              </a:rPr>
              <a:t>) {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String</a:t>
            </a:r>
            <a:r>
              <a:rPr lang="es-MX" dirty="0"/>
              <a:t> </a:t>
            </a:r>
            <a:r>
              <a:rPr lang="es-MX" dirty="0" err="1"/>
              <a:t>sql</a:t>
            </a:r>
            <a:r>
              <a:rPr lang="es-MX" dirty="0"/>
              <a:t> = "SELECT </a:t>
            </a:r>
            <a:r>
              <a:rPr lang="es-MX" dirty="0" err="1"/>
              <a:t>pass</a:t>
            </a:r>
            <a:r>
              <a:rPr lang="es-MX" dirty="0"/>
              <a:t> FROM </a:t>
            </a:r>
            <a:r>
              <a:rPr lang="es-MX" dirty="0" err="1"/>
              <a:t>users</a:t>
            </a:r>
            <a:r>
              <a:rPr lang="es-MX" dirty="0"/>
              <a:t> WHERE `</a:t>
            </a:r>
            <a:r>
              <a:rPr lang="es-MX" dirty="0" err="1"/>
              <a:t>user</a:t>
            </a:r>
            <a:r>
              <a:rPr lang="es-MX" dirty="0"/>
              <a:t>` = ?";</a:t>
            </a:r>
          </a:p>
          <a:p>
            <a:pPr marL="0" indent="0">
              <a:buNone/>
            </a:pPr>
            <a:r>
              <a:rPr lang="es-MX" dirty="0"/>
              <a:t>        try (</a:t>
            </a:r>
            <a:r>
              <a:rPr lang="es-MX" dirty="0" err="1"/>
              <a:t>Connection</a:t>
            </a:r>
            <a:r>
              <a:rPr lang="es-MX" dirty="0"/>
              <a:t> con = </a:t>
            </a:r>
            <a:r>
              <a:rPr lang="es-MX" dirty="0" err="1"/>
              <a:t>DbConnection.conectar</a:t>
            </a:r>
            <a:r>
              <a:rPr lang="es-MX" dirty="0"/>
              <a:t>();</a:t>
            </a:r>
          </a:p>
          <a:p>
            <a:pPr marL="0" indent="0">
              <a:buNone/>
            </a:pPr>
            <a:r>
              <a:rPr lang="es-MX" dirty="0"/>
              <a:t>             </a:t>
            </a:r>
            <a:r>
              <a:rPr lang="es-MX" dirty="0" err="1"/>
              <a:t>PreparedStatement</a:t>
            </a:r>
            <a:r>
              <a:rPr lang="es-MX" dirty="0"/>
              <a:t> </a:t>
            </a:r>
            <a:r>
              <a:rPr lang="es-MX" dirty="0" err="1"/>
              <a:t>ps</a:t>
            </a:r>
            <a:r>
              <a:rPr lang="es-MX" dirty="0"/>
              <a:t> = </a:t>
            </a:r>
            <a:r>
              <a:rPr lang="es-MX" dirty="0" err="1"/>
              <a:t>con.prepareStatement</a:t>
            </a:r>
            <a:r>
              <a:rPr lang="es-MX" dirty="0"/>
              <a:t>(</a:t>
            </a:r>
            <a:r>
              <a:rPr lang="es-MX" dirty="0" err="1"/>
              <a:t>sql</a:t>
            </a:r>
            <a:r>
              <a:rPr lang="es-MX" dirty="0"/>
              <a:t>)) {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            </a:t>
            </a:r>
            <a:r>
              <a:rPr lang="es-MX" dirty="0" err="1"/>
              <a:t>ps.setString</a:t>
            </a:r>
            <a:r>
              <a:rPr lang="es-MX" dirty="0"/>
              <a:t>(1, </a:t>
            </a:r>
            <a:r>
              <a:rPr lang="es-MX" dirty="0" err="1"/>
              <a:t>user</a:t>
            </a:r>
            <a:r>
              <a:rPr lang="es-MX" dirty="0"/>
              <a:t>);</a:t>
            </a:r>
          </a:p>
          <a:p>
            <a:pPr marL="0" indent="0">
              <a:buNone/>
            </a:pPr>
            <a:r>
              <a:rPr lang="es-MX" dirty="0"/>
              <a:t>            try (</a:t>
            </a:r>
            <a:r>
              <a:rPr lang="es-MX" dirty="0" err="1"/>
              <a:t>ResultSet</a:t>
            </a:r>
            <a:r>
              <a:rPr lang="es-MX" dirty="0"/>
              <a:t> </a:t>
            </a:r>
            <a:r>
              <a:rPr lang="es-MX" dirty="0" err="1"/>
              <a:t>rs</a:t>
            </a:r>
            <a:r>
              <a:rPr lang="es-MX" dirty="0"/>
              <a:t> = </a:t>
            </a:r>
            <a:r>
              <a:rPr lang="es-MX" dirty="0" err="1"/>
              <a:t>ps.executeQuery</a:t>
            </a:r>
            <a:r>
              <a:rPr lang="es-MX" dirty="0"/>
              <a:t>()) {</a:t>
            </a:r>
          </a:p>
          <a:p>
            <a:pPr marL="0" indent="0">
              <a:buNone/>
            </a:pPr>
            <a:r>
              <a:rPr lang="es-MX" dirty="0"/>
              <a:t>                </a:t>
            </a:r>
            <a:r>
              <a:rPr lang="es-MX" dirty="0" err="1"/>
              <a:t>if</a:t>
            </a:r>
            <a:r>
              <a:rPr lang="es-MX" dirty="0"/>
              <a:t> (!</a:t>
            </a:r>
            <a:r>
              <a:rPr lang="es-MX" dirty="0" err="1"/>
              <a:t>rs.next</a:t>
            </a:r>
            <a:r>
              <a:rPr lang="es-MX" dirty="0"/>
              <a:t>()) {</a:t>
            </a:r>
          </a:p>
          <a:p>
            <a:pPr marL="0" indent="0">
              <a:buNone/>
            </a:pPr>
            <a:r>
              <a:rPr lang="es-MX" dirty="0"/>
              <a:t>                    // no hay fila: usuario incorrecto</a:t>
            </a:r>
          </a:p>
          <a:p>
            <a:pPr marL="0" indent="0">
              <a:buNone/>
            </a:pPr>
            <a:r>
              <a:rPr lang="es-MX" dirty="0"/>
              <a:t>                    </a:t>
            </a:r>
            <a:r>
              <a:rPr lang="es-MX" dirty="0" err="1"/>
              <a:t>lblMsg.setText</a:t>
            </a:r>
            <a:r>
              <a:rPr lang="es-MX" dirty="0"/>
              <a:t>("Usuario incorrecto");</a:t>
            </a:r>
          </a:p>
          <a:p>
            <a:pPr marL="0" indent="0">
              <a:buNone/>
            </a:pPr>
            <a:r>
              <a:rPr lang="es-MX" dirty="0"/>
              <a:t>                } </a:t>
            </a:r>
            <a:r>
              <a:rPr lang="es-MX" dirty="0" err="1"/>
              <a:t>else</a:t>
            </a:r>
            <a:r>
              <a:rPr lang="es-MX" dirty="0"/>
              <a:t> {</a:t>
            </a:r>
          </a:p>
          <a:p>
            <a:pPr marL="0" indent="0">
              <a:buNone/>
            </a:pPr>
            <a:r>
              <a:rPr lang="es-MX" dirty="0"/>
              <a:t>                    </a:t>
            </a:r>
            <a:r>
              <a:rPr lang="es-MX" dirty="0" err="1"/>
              <a:t>String</a:t>
            </a:r>
            <a:r>
              <a:rPr lang="es-MX" dirty="0"/>
              <a:t> </a:t>
            </a:r>
            <a:r>
              <a:rPr lang="es-MX" dirty="0" err="1"/>
              <a:t>passBD</a:t>
            </a:r>
            <a:r>
              <a:rPr lang="es-MX" dirty="0"/>
              <a:t> = </a:t>
            </a:r>
            <a:r>
              <a:rPr lang="es-MX" dirty="0" err="1"/>
              <a:t>rs.getString</a:t>
            </a:r>
            <a:r>
              <a:rPr lang="es-MX" dirty="0"/>
              <a:t>("</a:t>
            </a:r>
            <a:r>
              <a:rPr lang="es-MX" dirty="0" err="1"/>
              <a:t>pass</a:t>
            </a:r>
            <a:r>
              <a:rPr lang="es-MX" dirty="0"/>
              <a:t>");</a:t>
            </a:r>
          </a:p>
          <a:p>
            <a:pPr marL="0" indent="0">
              <a:buNone/>
            </a:pPr>
            <a:r>
              <a:rPr lang="es-MX" dirty="0"/>
              <a:t>                    </a:t>
            </a:r>
            <a:r>
              <a:rPr lang="es-MX" dirty="0" err="1"/>
              <a:t>if</a:t>
            </a:r>
            <a:r>
              <a:rPr lang="es-MX" dirty="0"/>
              <a:t> (</a:t>
            </a:r>
            <a:r>
              <a:rPr lang="es-MX" dirty="0" err="1"/>
              <a:t>pass.equals</a:t>
            </a:r>
            <a:r>
              <a:rPr lang="es-MX" dirty="0"/>
              <a:t>(</a:t>
            </a:r>
            <a:r>
              <a:rPr lang="es-MX" dirty="0" err="1"/>
              <a:t>passBD</a:t>
            </a:r>
            <a:r>
              <a:rPr lang="es-MX" dirty="0"/>
              <a:t>)) {</a:t>
            </a:r>
          </a:p>
          <a:p>
            <a:pPr marL="0" indent="0">
              <a:buNone/>
            </a:pPr>
            <a:r>
              <a:rPr lang="es-MX" dirty="0"/>
              <a:t>                        </a:t>
            </a:r>
            <a:r>
              <a:rPr lang="es-MX" dirty="0" err="1"/>
              <a:t>lblMsg.setText</a:t>
            </a:r>
            <a:r>
              <a:rPr lang="es-MX" dirty="0"/>
              <a:t>("Usuario correcto");</a:t>
            </a:r>
          </a:p>
          <a:p>
            <a:pPr marL="0" indent="0">
              <a:buNone/>
            </a:pPr>
            <a:r>
              <a:rPr lang="es-MX" dirty="0"/>
              <a:t>                        // aquí podrías abrir otra ventana o proceder</a:t>
            </a:r>
          </a:p>
          <a:p>
            <a:pPr marL="0" indent="0">
              <a:buNone/>
            </a:pPr>
            <a:r>
              <a:rPr lang="es-MX" dirty="0"/>
              <a:t>                    } </a:t>
            </a:r>
            <a:r>
              <a:rPr lang="es-MX" dirty="0" err="1"/>
              <a:t>else</a:t>
            </a:r>
            <a:r>
              <a:rPr lang="es-MX" dirty="0"/>
              <a:t> {</a:t>
            </a:r>
          </a:p>
          <a:p>
            <a:pPr marL="0" indent="0">
              <a:buNone/>
            </a:pPr>
            <a:r>
              <a:rPr lang="es-MX" dirty="0"/>
              <a:t>                        </a:t>
            </a:r>
            <a:r>
              <a:rPr lang="es-MX" dirty="0" err="1"/>
              <a:t>lblMsg.setText</a:t>
            </a:r>
            <a:r>
              <a:rPr lang="es-MX" dirty="0"/>
              <a:t>("Contraseña incorrecta");</a:t>
            </a:r>
          </a:p>
          <a:p>
            <a:pPr marL="0" indent="0">
              <a:buNone/>
            </a:pPr>
            <a:r>
              <a:rPr lang="es-MX" dirty="0"/>
              <a:t>                    }</a:t>
            </a:r>
          </a:p>
          <a:p>
            <a:pPr marL="0" indent="0">
              <a:buNone/>
            </a:pPr>
            <a:r>
              <a:rPr lang="es-MX" dirty="0"/>
              <a:t>                }</a:t>
            </a:r>
          </a:p>
          <a:p>
            <a:pPr marL="0" indent="0">
              <a:buNone/>
            </a:pPr>
            <a:r>
              <a:rPr lang="es-MX" dirty="0"/>
              <a:t>            }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        } catch (</a:t>
            </a:r>
            <a:r>
              <a:rPr lang="es-MX" dirty="0" err="1"/>
              <a:t>SQLException</a:t>
            </a:r>
            <a:r>
              <a:rPr lang="es-MX" dirty="0"/>
              <a:t> ex) {</a:t>
            </a:r>
          </a:p>
          <a:p>
            <a:pPr marL="0" indent="0">
              <a:buNone/>
            </a:pPr>
            <a:r>
              <a:rPr lang="es-MX" dirty="0"/>
              <a:t>            </a:t>
            </a:r>
            <a:r>
              <a:rPr lang="es-MX" dirty="0" err="1"/>
              <a:t>ex.printStackTrace</a:t>
            </a:r>
            <a:r>
              <a:rPr lang="es-MX" dirty="0"/>
              <a:t>();</a:t>
            </a:r>
          </a:p>
          <a:p>
            <a:pPr marL="0" indent="0">
              <a:buNone/>
            </a:pPr>
            <a:r>
              <a:rPr lang="es-MX" dirty="0"/>
              <a:t>            </a:t>
            </a:r>
            <a:r>
              <a:rPr lang="es-MX" dirty="0" err="1"/>
              <a:t>lblMsg.setText</a:t>
            </a:r>
            <a:r>
              <a:rPr lang="es-MX" dirty="0"/>
              <a:t>("Error al validar (ver consola)");</a:t>
            </a:r>
          </a:p>
          <a:p>
            <a:pPr marL="0" indent="0">
              <a:buNone/>
            </a:pPr>
            <a:r>
              <a:rPr lang="es-MX" dirty="0"/>
              <a:t>        }</a:t>
            </a:r>
          </a:p>
          <a:p>
            <a:pPr marL="0" indent="0">
              <a:buNone/>
            </a:pPr>
            <a:r>
              <a:rPr lang="es-MX" dirty="0"/>
              <a:t>    }</a:t>
            </a: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F55DA28-44BC-42E5-B853-7104CE2BC6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// para ejecutar el </a:t>
            </a:r>
            <a:r>
              <a:rPr lang="es-MX" dirty="0" err="1"/>
              <a:t>frame</a:t>
            </a:r>
            <a:endParaRPr lang="es-MX" dirty="0"/>
          </a:p>
          <a:p>
            <a:pPr marL="0" indent="0">
              <a:buNone/>
            </a:pPr>
            <a:r>
              <a:rPr lang="es-MX" dirty="0">
                <a:highlight>
                  <a:srgbClr val="FFFF00"/>
                </a:highlight>
              </a:rPr>
              <a:t>    </a:t>
            </a:r>
            <a:r>
              <a:rPr lang="es-MX" dirty="0" err="1">
                <a:highlight>
                  <a:srgbClr val="FFFF00"/>
                </a:highlight>
              </a:rPr>
              <a:t>public</a:t>
            </a:r>
            <a:r>
              <a:rPr lang="es-MX" dirty="0">
                <a:highlight>
                  <a:srgbClr val="FFFF00"/>
                </a:highlight>
              </a:rPr>
              <a:t> </a:t>
            </a:r>
            <a:r>
              <a:rPr lang="es-MX" dirty="0" err="1">
                <a:highlight>
                  <a:srgbClr val="FFFF00"/>
                </a:highlight>
              </a:rPr>
              <a:t>static</a:t>
            </a:r>
            <a:r>
              <a:rPr lang="es-MX" dirty="0">
                <a:highlight>
                  <a:srgbClr val="FFFF00"/>
                </a:highlight>
              </a:rPr>
              <a:t> </a:t>
            </a:r>
            <a:r>
              <a:rPr lang="es-MX" dirty="0" err="1">
                <a:highlight>
                  <a:srgbClr val="FFFF00"/>
                </a:highlight>
              </a:rPr>
              <a:t>void</a:t>
            </a:r>
            <a:r>
              <a:rPr lang="es-MX" dirty="0">
                <a:highlight>
                  <a:srgbClr val="FFFF00"/>
                </a:highlight>
              </a:rPr>
              <a:t> </a:t>
            </a:r>
            <a:r>
              <a:rPr lang="es-MX" dirty="0" err="1">
                <a:highlight>
                  <a:srgbClr val="FFFF00"/>
                </a:highlight>
              </a:rPr>
              <a:t>showLogin</a:t>
            </a:r>
            <a:r>
              <a:rPr lang="es-MX" dirty="0">
                <a:highlight>
                  <a:srgbClr val="FFFF00"/>
                </a:highlight>
              </a:rPr>
              <a:t>() {       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LoginFrame</a:t>
            </a:r>
            <a:r>
              <a:rPr lang="es-MX" dirty="0"/>
              <a:t> </a:t>
            </a:r>
            <a:r>
              <a:rPr lang="es-MX" dirty="0" err="1"/>
              <a:t>frame</a:t>
            </a:r>
            <a:r>
              <a:rPr lang="es-MX" dirty="0"/>
              <a:t> = new </a:t>
            </a:r>
            <a:r>
              <a:rPr lang="es-MX" dirty="0" err="1"/>
              <a:t>LoginFrame</a:t>
            </a:r>
            <a:r>
              <a:rPr lang="es-MX" dirty="0"/>
              <a:t>();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frame.setVisible</a:t>
            </a:r>
            <a:r>
              <a:rPr lang="es-MX" dirty="0"/>
              <a:t>(true);       </a:t>
            </a:r>
          </a:p>
          <a:p>
            <a:pPr marL="0" indent="0">
              <a:buNone/>
            </a:pPr>
            <a:r>
              <a:rPr lang="es-MX" dirty="0"/>
              <a:t>  }</a:t>
            </a:r>
          </a:p>
          <a:p>
            <a:pPr marL="0" indent="0">
              <a:buNone/>
            </a:pPr>
            <a:r>
              <a:rPr lang="es-MX" dirty="0"/>
              <a:t>}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34377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42579-1505-414D-9EC4-28E8A0078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Agregar en el </a:t>
            </a:r>
            <a:r>
              <a:rPr lang="es-MX" dirty="0" err="1"/>
              <a:t>main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D7EF3B-2B9F-428B-B4B5-192DE1F505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sz="1200" dirty="0" err="1"/>
              <a:t>public</a:t>
            </a:r>
            <a:r>
              <a:rPr lang="es-MX" sz="1200" dirty="0"/>
              <a:t> </a:t>
            </a:r>
            <a:r>
              <a:rPr lang="es-MX" sz="1200" dirty="0" err="1"/>
              <a:t>class</a:t>
            </a:r>
            <a:r>
              <a:rPr lang="es-MX" sz="1200" dirty="0"/>
              <a:t> BD_LOGIN {</a:t>
            </a:r>
          </a:p>
          <a:p>
            <a:pPr marL="0" indent="0">
              <a:buNone/>
            </a:pPr>
            <a:endParaRPr lang="es-MX" sz="1200" dirty="0"/>
          </a:p>
          <a:p>
            <a:pPr marL="0" indent="0">
              <a:buNone/>
            </a:pPr>
            <a:r>
              <a:rPr lang="es-MX" sz="1200" dirty="0"/>
              <a:t>    /**</a:t>
            </a:r>
          </a:p>
          <a:p>
            <a:pPr marL="0" indent="0">
              <a:buNone/>
            </a:pPr>
            <a:r>
              <a:rPr lang="es-MX" sz="1200" dirty="0"/>
              <a:t>     * @</a:t>
            </a:r>
            <a:r>
              <a:rPr lang="es-MX" sz="1200" dirty="0" err="1"/>
              <a:t>param</a:t>
            </a:r>
            <a:r>
              <a:rPr lang="es-MX" sz="1200" dirty="0"/>
              <a:t> </a:t>
            </a:r>
            <a:r>
              <a:rPr lang="es-MX" sz="1200" dirty="0" err="1"/>
              <a:t>args</a:t>
            </a:r>
            <a:r>
              <a:rPr lang="es-MX" sz="1200" dirty="0"/>
              <a:t> </a:t>
            </a:r>
            <a:r>
              <a:rPr lang="es-MX" sz="1200" dirty="0" err="1"/>
              <a:t>the</a:t>
            </a:r>
            <a:r>
              <a:rPr lang="es-MX" sz="1200" dirty="0"/>
              <a:t> </a:t>
            </a:r>
            <a:r>
              <a:rPr lang="es-MX" sz="1200" dirty="0" err="1"/>
              <a:t>command</a:t>
            </a:r>
            <a:r>
              <a:rPr lang="es-MX" sz="1200" dirty="0"/>
              <a:t> line </a:t>
            </a:r>
            <a:r>
              <a:rPr lang="es-MX" sz="1200" dirty="0" err="1"/>
              <a:t>arguments</a:t>
            </a:r>
            <a:endParaRPr lang="es-MX" sz="1200" dirty="0"/>
          </a:p>
          <a:p>
            <a:pPr marL="0" indent="0">
              <a:buNone/>
            </a:pPr>
            <a:r>
              <a:rPr lang="es-MX" sz="1200" dirty="0"/>
              <a:t>     */</a:t>
            </a:r>
          </a:p>
          <a:p>
            <a:pPr marL="0" indent="0">
              <a:buNone/>
            </a:pPr>
            <a:r>
              <a:rPr lang="es-MX" sz="1200" dirty="0"/>
              <a:t> </a:t>
            </a:r>
            <a:r>
              <a:rPr lang="es-MX" sz="1200" dirty="0" err="1"/>
              <a:t>public</a:t>
            </a:r>
            <a:r>
              <a:rPr lang="es-MX" sz="1200" dirty="0"/>
              <a:t> </a:t>
            </a:r>
            <a:r>
              <a:rPr lang="es-MX" sz="1200" dirty="0" err="1"/>
              <a:t>static</a:t>
            </a:r>
            <a:r>
              <a:rPr lang="es-MX" sz="1200" dirty="0"/>
              <a:t> </a:t>
            </a:r>
            <a:r>
              <a:rPr lang="es-MX" sz="1200" dirty="0" err="1"/>
              <a:t>void</a:t>
            </a:r>
            <a:r>
              <a:rPr lang="es-MX" sz="1200" dirty="0"/>
              <a:t> </a:t>
            </a:r>
            <a:r>
              <a:rPr lang="es-MX" sz="1200" dirty="0" err="1"/>
              <a:t>main</a:t>
            </a:r>
            <a:r>
              <a:rPr lang="es-MX" sz="1200" dirty="0"/>
              <a:t>(</a:t>
            </a:r>
            <a:r>
              <a:rPr lang="es-MX" sz="1200" dirty="0" err="1"/>
              <a:t>String</a:t>
            </a:r>
            <a:r>
              <a:rPr lang="es-MX" sz="1200" dirty="0"/>
              <a:t>[] </a:t>
            </a:r>
            <a:r>
              <a:rPr lang="es-MX" sz="1200" dirty="0" err="1"/>
              <a:t>args</a:t>
            </a:r>
            <a:r>
              <a:rPr lang="es-MX" sz="1200" dirty="0"/>
              <a:t>) {</a:t>
            </a:r>
          </a:p>
          <a:p>
            <a:pPr marL="0" indent="0">
              <a:buNone/>
            </a:pPr>
            <a:r>
              <a:rPr lang="es-MX" sz="1200" dirty="0"/>
              <a:t>        // TODO </a:t>
            </a:r>
            <a:r>
              <a:rPr lang="es-MX" sz="1200" dirty="0" err="1"/>
              <a:t>code</a:t>
            </a:r>
            <a:r>
              <a:rPr lang="es-MX" sz="1200" dirty="0"/>
              <a:t> </a:t>
            </a:r>
            <a:r>
              <a:rPr lang="es-MX" sz="1200" dirty="0" err="1"/>
              <a:t>application</a:t>
            </a:r>
            <a:r>
              <a:rPr lang="es-MX" sz="1200" dirty="0"/>
              <a:t> </a:t>
            </a:r>
            <a:r>
              <a:rPr lang="es-MX" sz="1200" dirty="0" err="1"/>
              <a:t>logic</a:t>
            </a:r>
            <a:r>
              <a:rPr lang="es-MX" sz="1200" dirty="0"/>
              <a:t> </a:t>
            </a:r>
            <a:r>
              <a:rPr lang="es-MX" sz="1200" dirty="0" err="1"/>
              <a:t>here</a:t>
            </a:r>
            <a:endParaRPr lang="es-MX" sz="1200" dirty="0"/>
          </a:p>
          <a:p>
            <a:pPr marL="0" indent="0">
              <a:buNone/>
            </a:pPr>
            <a:r>
              <a:rPr lang="es-MX" sz="1200" dirty="0"/>
              <a:t>        </a:t>
            </a:r>
            <a:r>
              <a:rPr lang="es-MX" sz="1200" dirty="0" err="1"/>
              <a:t>DbConnection</a:t>
            </a:r>
            <a:r>
              <a:rPr lang="es-MX" sz="1200" dirty="0"/>
              <a:t> </a:t>
            </a:r>
            <a:r>
              <a:rPr lang="es-MX" sz="1200" dirty="0" err="1"/>
              <a:t>dbc</a:t>
            </a:r>
            <a:r>
              <a:rPr lang="es-MX" sz="1200" dirty="0"/>
              <a:t>=new </a:t>
            </a:r>
            <a:r>
              <a:rPr lang="es-MX" sz="1200" dirty="0" err="1"/>
              <a:t>DbConnection</a:t>
            </a:r>
            <a:r>
              <a:rPr lang="es-MX" sz="1200" dirty="0"/>
              <a:t>();</a:t>
            </a:r>
          </a:p>
          <a:p>
            <a:pPr marL="0" indent="0">
              <a:buNone/>
            </a:pPr>
            <a:r>
              <a:rPr lang="es-MX" sz="1200" dirty="0"/>
              <a:t>        </a:t>
            </a:r>
            <a:r>
              <a:rPr lang="es-MX" sz="1200" dirty="0" err="1">
                <a:highlight>
                  <a:srgbClr val="FFFF00"/>
                </a:highlight>
              </a:rPr>
              <a:t>LoginFrame</a:t>
            </a:r>
            <a:r>
              <a:rPr lang="es-MX" sz="1200" dirty="0">
                <a:highlight>
                  <a:srgbClr val="FFFF00"/>
                </a:highlight>
              </a:rPr>
              <a:t> log= new </a:t>
            </a:r>
            <a:r>
              <a:rPr lang="es-MX" sz="1200" dirty="0" err="1">
                <a:highlight>
                  <a:srgbClr val="FFFF00"/>
                </a:highlight>
              </a:rPr>
              <a:t>LoginFrame</a:t>
            </a:r>
            <a:r>
              <a:rPr lang="es-MX" sz="1200" dirty="0">
                <a:highlight>
                  <a:srgbClr val="FFFF00"/>
                </a:highlight>
              </a:rPr>
              <a:t>();</a:t>
            </a:r>
          </a:p>
          <a:p>
            <a:pPr marL="0" indent="0">
              <a:buNone/>
            </a:pPr>
            <a:r>
              <a:rPr lang="es-MX" sz="1200" dirty="0"/>
              <a:t>        </a:t>
            </a:r>
            <a:r>
              <a:rPr lang="es-MX" sz="1200" dirty="0" err="1"/>
              <a:t>dbc.conectar</a:t>
            </a:r>
            <a:r>
              <a:rPr lang="es-MX" sz="1200" dirty="0"/>
              <a:t>();</a:t>
            </a:r>
          </a:p>
          <a:p>
            <a:pPr marL="0" indent="0">
              <a:buNone/>
            </a:pPr>
            <a:r>
              <a:rPr lang="es-MX" sz="1200" dirty="0">
                <a:highlight>
                  <a:srgbClr val="FFFF00"/>
                </a:highlight>
              </a:rPr>
              <a:t>        </a:t>
            </a:r>
            <a:r>
              <a:rPr lang="es-MX" sz="1200" dirty="0" err="1">
                <a:highlight>
                  <a:srgbClr val="FFFF00"/>
                </a:highlight>
              </a:rPr>
              <a:t>log.showLogin</a:t>
            </a:r>
            <a:r>
              <a:rPr lang="es-MX" sz="1200" dirty="0">
                <a:highlight>
                  <a:srgbClr val="FFFF00"/>
                </a:highlight>
              </a:rPr>
              <a:t>();</a:t>
            </a:r>
          </a:p>
          <a:p>
            <a:pPr marL="0" indent="0">
              <a:buNone/>
            </a:pPr>
            <a:r>
              <a:rPr lang="es-MX" sz="1200" dirty="0"/>
              <a:t>    }</a:t>
            </a:r>
          </a:p>
          <a:p>
            <a:pPr marL="0" indent="0">
              <a:buNone/>
            </a:pPr>
            <a:r>
              <a:rPr lang="es-MX" sz="1200" dirty="0"/>
              <a:t>}</a:t>
            </a:r>
          </a:p>
          <a:p>
            <a:pPr marL="0" indent="0">
              <a:buNone/>
            </a:pPr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2085406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41604C-0CBB-456A-B060-351C54BA1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2800" dirty="0"/>
              <a:t>Ejecutar Proyecto</a:t>
            </a:r>
            <a:br>
              <a:rPr lang="es-MX" sz="2800" dirty="0"/>
            </a:br>
            <a:r>
              <a:rPr lang="es-MX" sz="2800" dirty="0"/>
              <a:t>Debe estar arrancado apache y </a:t>
            </a:r>
            <a:r>
              <a:rPr lang="es-MX" sz="2800" dirty="0" err="1"/>
              <a:t>mysql</a:t>
            </a:r>
            <a:r>
              <a:rPr lang="es-MX" sz="2800" dirty="0"/>
              <a:t> y tener la </a:t>
            </a:r>
            <a:r>
              <a:rPr lang="es-MX" sz="2800" dirty="0" err="1"/>
              <a:t>bd</a:t>
            </a:r>
            <a:endParaRPr lang="es-MX" sz="2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6D0BA7-2F16-4428-A1C6-E03A2F374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844824"/>
            <a:ext cx="7629488" cy="463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933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da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ásico de Office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da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5403</TotalTime>
  <Words>1161</Words>
  <Application>Microsoft Office PowerPoint</Application>
  <PresentationFormat>Presentación en pantalla (4:3)</PresentationFormat>
  <Paragraphs>207</Paragraphs>
  <Slides>21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4" baseType="lpstr">
      <vt:lpstr>Arial</vt:lpstr>
      <vt:lpstr>Calibri</vt:lpstr>
      <vt:lpstr>Claridad</vt:lpstr>
      <vt:lpstr>Conexión bd</vt:lpstr>
      <vt:lpstr>Instalar XAMPP</vt:lpstr>
      <vt:lpstr>Instalar XAMPP</vt:lpstr>
      <vt:lpstr>Acceder al Control Panel</vt:lpstr>
      <vt:lpstr>Arrancar servicios</vt:lpstr>
      <vt:lpstr>Crear la BD</vt:lpstr>
      <vt:lpstr>Crear Tabla Users en la BD Login</vt:lpstr>
      <vt:lpstr>En la pestaña SQL agregar el código y dar continuar</vt:lpstr>
      <vt:lpstr>Tabla Users:</vt:lpstr>
      <vt:lpstr>Descargar Connector según versión del cliente y descomprimirlo</vt:lpstr>
      <vt:lpstr>Crear Proyecto en netBeans</vt:lpstr>
      <vt:lpstr>Crear  proyecto</vt:lpstr>
      <vt:lpstr>Agregar el connector a nuestro proyecto</vt:lpstr>
      <vt:lpstr>Agregar una nueva clase</vt:lpstr>
      <vt:lpstr>Agregar en la clase:</vt:lpstr>
      <vt:lpstr>Agregar en el main, una instancia de la conexion</vt:lpstr>
      <vt:lpstr>Agregar una clase LoginFrame</vt:lpstr>
      <vt:lpstr>Crear método crearGUI y agregarlo en el constructor</vt:lpstr>
      <vt:lpstr>Agregar los siguientes metodos</vt:lpstr>
      <vt:lpstr>Agregar en el main</vt:lpstr>
      <vt:lpstr>Ejecutar Proyecto Debe estar arrancado apache y mysql y tener la bd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ESTRUCTURAS</dc:title>
  <dc:creator>Roxana</dc:creator>
  <cp:lastModifiedBy>Roxana Georgina Herrera Herrera</cp:lastModifiedBy>
  <cp:revision>81</cp:revision>
  <dcterms:created xsi:type="dcterms:W3CDTF">2013-05-04T16:36:28Z</dcterms:created>
  <dcterms:modified xsi:type="dcterms:W3CDTF">2025-11-06T14:58:32Z</dcterms:modified>
</cp:coreProperties>
</file>